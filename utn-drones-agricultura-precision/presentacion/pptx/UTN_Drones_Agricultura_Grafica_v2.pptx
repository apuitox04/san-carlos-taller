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e88d6955214458" /><Relationship Type="http://schemas.openxmlformats.org/officeDocument/2006/relationships/extended-properties" Target="/docProps/app.xml" Id="R9e63cca8bf1f43fe" /><Relationship Type="http://schemas.openxmlformats.org/officeDocument/2006/relationships/officeDocument" Target="/ppt/presentation.xml" Id="R221e206e10e44bc1" /></Relationships>
</file>

<file path=ppt/presentation.xml><?xml version="1.0" encoding="utf-8"?>
<p:presentation xmlns:p="http://schemas.openxmlformats.org/presentationml/2006/main">
  <p:sldMasterIdLst>
    <p:sldMasterId xmlns:r="http://schemas.openxmlformats.org/officeDocument/2006/relationships" id="2147483648" r:id="R7bd1320182ba4d79"/>
  </p:sldMasterIdLst>
  <p:notesMasterIdLst>
    <p:notesMasterId xmlns:r="http://schemas.openxmlformats.org/officeDocument/2006/relationships" r:id="R0782358dc5a84727"/>
  </p:notesMasterIdLst>
  <p:sldIdLst>
    <p:sldId xmlns:r="http://schemas.openxmlformats.org/officeDocument/2006/relationships" id="256" r:id="R27c33c563b074762"/>
    <p:sldId xmlns:r="http://schemas.openxmlformats.org/officeDocument/2006/relationships" id="257" r:id="R0726e98a851c426e"/>
    <p:sldId xmlns:r="http://schemas.openxmlformats.org/officeDocument/2006/relationships" id="258" r:id="R7e1f6a8caade442c"/>
    <p:sldId xmlns:r="http://schemas.openxmlformats.org/officeDocument/2006/relationships" id="259" r:id="R58afe3c7c9934413"/>
    <p:sldId xmlns:r="http://schemas.openxmlformats.org/officeDocument/2006/relationships" id="260" r:id="R23a3f60a92494158"/>
    <p:sldId xmlns:r="http://schemas.openxmlformats.org/officeDocument/2006/relationships" id="261" r:id="R3e3c886d7ab54352"/>
    <p:sldId xmlns:r="http://schemas.openxmlformats.org/officeDocument/2006/relationships" id="262" r:id="Rf150e089f291464b"/>
    <p:sldId xmlns:r="http://schemas.openxmlformats.org/officeDocument/2006/relationships" id="263" r:id="Rd1fe0ade9b75442f"/>
    <p:sldId xmlns:r="http://schemas.openxmlformats.org/officeDocument/2006/relationships" id="264" r:id="R837c53dd9c664ef6"/>
    <p:sldId xmlns:r="http://schemas.openxmlformats.org/officeDocument/2006/relationships" id="265" r:id="R8d31a669a3e944b7"/>
    <p:sldId xmlns:r="http://schemas.openxmlformats.org/officeDocument/2006/relationships" id="266" r:id="Ra11248acaa54470c"/>
    <p:sldId xmlns:r="http://schemas.openxmlformats.org/officeDocument/2006/relationships" id="267" r:id="R68b29084d28c41bd"/>
    <p:sldId xmlns:r="http://schemas.openxmlformats.org/officeDocument/2006/relationships" id="268" r:id="R855fc23dccfd4020"/>
    <p:sldId xmlns:r="http://schemas.openxmlformats.org/officeDocument/2006/relationships" id="269" r:id="R2c864b9589b74272"/>
    <p:sldId xmlns:r="http://schemas.openxmlformats.org/officeDocument/2006/relationships" id="270" r:id="R32656fce081b46d4"/>
    <p:sldId xmlns:r="http://schemas.openxmlformats.org/officeDocument/2006/relationships" id="271" r:id="Rbff0df3bd2924cf9"/>
    <p:sldId xmlns:r="http://schemas.openxmlformats.org/officeDocument/2006/relationships" id="272" r:id="R22b21366ff244c43"/>
    <p:sldId xmlns:r="http://schemas.openxmlformats.org/officeDocument/2006/relationships" id="273" r:id="R9039edaf20ca48a0"/>
    <p:sldId xmlns:r="http://schemas.openxmlformats.org/officeDocument/2006/relationships" id="274" r:id="R63d83cb03916454f"/>
    <p:sldId xmlns:r="http://schemas.openxmlformats.org/officeDocument/2006/relationships" id="275" r:id="Ra81c21ec6d7c433c"/>
    <p:sldId xmlns:r="http://schemas.openxmlformats.org/officeDocument/2006/relationships" id="276" r:id="Rfd83941da94147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7b50bdadad4999" /><Relationship Type="http://schemas.openxmlformats.org/officeDocument/2006/relationships/slideMaster" Target="/ppt/slideMasters/slideMaster1.xml" Id="R7bd1320182ba4d79" /><Relationship Type="http://schemas.openxmlformats.org/officeDocument/2006/relationships/notesMaster" Target="/ppt/notesMasters/notesMaster1.xml" Id="R0782358dc5a84727" /><Relationship Type="http://schemas.openxmlformats.org/officeDocument/2006/relationships/presProps" Target="/ppt/presProps.xml" Id="R6395206086ec4f62" /><Relationship Type="http://schemas.openxmlformats.org/officeDocument/2006/relationships/tableStyles" Target="/ppt/tableStyles.xml" Id="Ree0900d025e24ea2" /><Relationship Type="http://schemas.openxmlformats.org/officeDocument/2006/relationships/slide" Target="/ppt/slides/slide1.xml" Id="R27c33c563b074762" /><Relationship Type="http://schemas.openxmlformats.org/officeDocument/2006/relationships/slide" Target="/ppt/slides/slide2.xml" Id="R0726e98a851c426e" /><Relationship Type="http://schemas.openxmlformats.org/officeDocument/2006/relationships/slide" Target="/ppt/slides/slide3.xml" Id="R7e1f6a8caade442c" /><Relationship Type="http://schemas.openxmlformats.org/officeDocument/2006/relationships/slide" Target="/ppt/slides/slide4.xml" Id="R58afe3c7c9934413" /><Relationship Type="http://schemas.openxmlformats.org/officeDocument/2006/relationships/slide" Target="/ppt/slides/slide5.xml" Id="R23a3f60a92494158" /><Relationship Type="http://schemas.openxmlformats.org/officeDocument/2006/relationships/slide" Target="/ppt/slides/slide6.xml" Id="R3e3c886d7ab54352" /><Relationship Type="http://schemas.openxmlformats.org/officeDocument/2006/relationships/slide" Target="/ppt/slides/slide7.xml" Id="Rf150e089f291464b" /><Relationship Type="http://schemas.openxmlformats.org/officeDocument/2006/relationships/slide" Target="/ppt/slides/slide8.xml" Id="Rd1fe0ade9b75442f" /><Relationship Type="http://schemas.openxmlformats.org/officeDocument/2006/relationships/slide" Target="/ppt/slides/slide9.xml" Id="R837c53dd9c664ef6" /><Relationship Type="http://schemas.openxmlformats.org/officeDocument/2006/relationships/slide" Target="/ppt/slides/slide10.xml" Id="R8d31a669a3e944b7" /><Relationship Type="http://schemas.openxmlformats.org/officeDocument/2006/relationships/slide" Target="/ppt/slides/slide11.xml" Id="Ra11248acaa54470c" /><Relationship Type="http://schemas.openxmlformats.org/officeDocument/2006/relationships/slide" Target="/ppt/slides/slide12.xml" Id="R68b29084d28c41bd" /><Relationship Type="http://schemas.openxmlformats.org/officeDocument/2006/relationships/slide" Target="/ppt/slides/slide13.xml" Id="R855fc23dccfd4020" /><Relationship Type="http://schemas.openxmlformats.org/officeDocument/2006/relationships/slide" Target="/ppt/slides/slide14.xml" Id="R2c864b9589b74272" /><Relationship Type="http://schemas.openxmlformats.org/officeDocument/2006/relationships/slide" Target="/ppt/slides/slide15.xml" Id="R32656fce081b46d4" /><Relationship Type="http://schemas.openxmlformats.org/officeDocument/2006/relationships/slide" Target="/ppt/slides/slide16.xml" Id="Rbff0df3bd2924cf9" /><Relationship Type="http://schemas.openxmlformats.org/officeDocument/2006/relationships/slide" Target="/ppt/slides/slide17.xml" Id="R22b21366ff244c43" /><Relationship Type="http://schemas.openxmlformats.org/officeDocument/2006/relationships/slide" Target="/ppt/slides/slide18.xml" Id="R9039edaf20ca48a0" /><Relationship Type="http://schemas.openxmlformats.org/officeDocument/2006/relationships/slide" Target="/ppt/slides/slide19.xml" Id="R63d83cb03916454f" /><Relationship Type="http://schemas.openxmlformats.org/officeDocument/2006/relationships/slide" Target="/ppt/slides/slide20.xml" Id="Ra81c21ec6d7c433c" /><Relationship Type="http://schemas.openxmlformats.org/officeDocument/2006/relationships/slide" Target="/ppt/slides/slide21.xml" Id="Rfd83941da94147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6881b4798b47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aeb63beab0469e" /><Relationship Type="http://schemas.openxmlformats.org/officeDocument/2006/relationships/notesMaster" Target="/ppt/notesMasters/notesMaster1.xml" Id="R9a37456eebe34b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1a5186d34d4127" /><Relationship Type="http://schemas.openxmlformats.org/officeDocument/2006/relationships/notesMaster" Target="/ppt/notesMasters/notesMaster1.xml" Id="R0b19f7c4a63b48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3c201927fa4fb1" /><Relationship Type="http://schemas.openxmlformats.org/officeDocument/2006/relationships/notesMaster" Target="/ppt/notesMasters/notesMaster1.xml" Id="R64fa61e39a1246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314485a34345ba" /><Relationship Type="http://schemas.openxmlformats.org/officeDocument/2006/relationships/notesMaster" Target="/ppt/notesMasters/notesMaster1.xml" Id="Rdf3c43733b1a4e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cc0ad39e914486" /><Relationship Type="http://schemas.openxmlformats.org/officeDocument/2006/relationships/notesMaster" Target="/ppt/notesMasters/notesMaster1.xml" Id="R06dc6600d5ca4b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82a51f919d4661" /><Relationship Type="http://schemas.openxmlformats.org/officeDocument/2006/relationships/notesMaster" Target="/ppt/notesMasters/notesMaster1.xml" Id="R1a4b152e167648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29e72fae484eea" /><Relationship Type="http://schemas.openxmlformats.org/officeDocument/2006/relationships/notesMaster" Target="/ppt/notesMasters/notesMaster1.xml" Id="R0d1f68eb735c4a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5feac6bee24dcd" /><Relationship Type="http://schemas.openxmlformats.org/officeDocument/2006/relationships/notesMaster" Target="/ppt/notesMasters/notesMaster1.xml" Id="R1c5ec99d1a6a43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9109c26e164912" /><Relationship Type="http://schemas.openxmlformats.org/officeDocument/2006/relationships/notesMaster" Target="/ppt/notesMasters/notesMaster1.xml" Id="R1a9ad162df4347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e0e5e4f5e14dc9" /><Relationship Type="http://schemas.openxmlformats.org/officeDocument/2006/relationships/notesMaster" Target="/ppt/notesMasters/notesMaster1.xml" Id="Rf212a4b5d9e942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0b3550862147e0" /><Relationship Type="http://schemas.openxmlformats.org/officeDocument/2006/relationships/notesMaster" Target="/ppt/notesMasters/notesMaster1.xml" Id="R4678c4cf38084d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509c24e0384b1c" /><Relationship Type="http://schemas.openxmlformats.org/officeDocument/2006/relationships/notesMaster" Target="/ppt/notesMasters/notesMaster1.xml" Id="R28e7f80204df47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8ef0534d3748db" /><Relationship Type="http://schemas.openxmlformats.org/officeDocument/2006/relationships/notesMaster" Target="/ppt/notesMasters/notesMaster1.xml" Id="R58583258bd2045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c35ab37d67487d" /><Relationship Type="http://schemas.openxmlformats.org/officeDocument/2006/relationships/notesMaster" Target="/ppt/notesMasters/notesMaster1.xml" Id="Rbebd6b2b32b745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4a068c936c482d" /><Relationship Type="http://schemas.openxmlformats.org/officeDocument/2006/relationships/notesMaster" Target="/ppt/notesMasters/notesMaster1.xml" Id="R16e531a9d2284b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f94478efd345b3" /><Relationship Type="http://schemas.openxmlformats.org/officeDocument/2006/relationships/notesMaster" Target="/ppt/notesMasters/notesMaster1.xml" Id="Re9c8eb26c5014f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ab9032998ec44a3" /><Relationship Type="http://schemas.openxmlformats.org/officeDocument/2006/relationships/notesMaster" Target="/ppt/notesMasters/notesMaster1.xml" Id="R417b06e17c844d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f2c08171e0a42d0" /><Relationship Type="http://schemas.openxmlformats.org/officeDocument/2006/relationships/notesMaster" Target="/ppt/notesMasters/notesMaster1.xml" Id="Rfa6547bd5c9644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3e82c28078470a" /><Relationship Type="http://schemas.openxmlformats.org/officeDocument/2006/relationships/notesMaster" Target="/ppt/notesMasters/notesMaster1.xml" Id="Rfaf92b487a2749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b673c24891f4a8f" /><Relationship Type="http://schemas.openxmlformats.org/officeDocument/2006/relationships/notesMaster" Target="/ppt/notesMasters/notesMaster1.xml" Id="R72d1b9ad200841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363322b2fa84db8" /><Relationship Type="http://schemas.openxmlformats.org/officeDocument/2006/relationships/notesMaster" Target="/ppt/notesMasters/notesMaster1.xml" Id="R58462f10c78549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0–2 min. Portada con ortomosaico RGB oficial Rostock. La imagen no es una fotografía generada. El logotipo AGROINT es original aportado.</a:t>
            </a:r>
          </a:p>
          <a:p xmlns:a="http://schemas.openxmlformats.org/drawingml/2006/main">
            <a:r>
              <a:t>Fuentes: https://www.utn.ac.cr/content/administracion-agroindustrial</a:t>
            </a:r>
          </a:p>
          <a:p xmlns:a="http://schemas.openxmlformats.org/drawingml/2006/main">
            <a:r>
              <a:t>https://support.pix4d.com/hc/en-us/articles/360000235126</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2–5 min. Introducir el propósito demostrativo. Pedir al grupo un problema de gestión que necesite información espacial.</a:t>
            </a:r>
          </a:p>
          <a:p xmlns:a="http://schemas.openxmlformats.org/drawingml/2006/main">
            <a:r>
              <a:t>Fuentes: https://www.utn.ac.cr/content/administracion-agroindustrial</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5–15 min. El ortomosaico ilustra la información visible. Las aplicaciones son propuestas de uso, no resultados agronómicos comprobados en este lote.</a:t>
            </a:r>
          </a:p>
          <a:p xmlns:a="http://schemas.openxmlformats.org/drawingml/2006/main">
            <a:r>
              <a:t>Fuentes: https://mag.go.cr/extension-agropecuaria/</a:t>
            </a:r>
          </a:p>
          <a:p xmlns:a="http://schemas.openxmlformats.org/drawingml/2006/main">
            <a:r>
              <a:t>https://mag.go.cr/120-productores-costarricenses-desarrollan-agricultura-de-precision-en-cultivos-de-cafe-cebolla-y-pina/</a:t>
            </a:r>
          </a:p>
          <a:p xmlns:a="http://schemas.openxmlformats.org/drawingml/2006/main">
            <a:r>
              <a:t>https://www.mag.go.cr/rev_agr/v45n01_067.pdf</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15–19 min. Diagrama conceptual. Los bloques indican centros, no el ancho de banda ni curvas de respuesta. RGB no aporta la banda NIR ni borde rojo.</a:t>
            </a:r>
          </a:p>
          <a:p xmlns:a="http://schemas.openxmlformats.org/drawingml/2006/main">
            <a:r>
              <a:t>Fuentes: https://ag.dji.com/mavic-3-m/specs</a:t>
            </a:r>
          </a:p>
          <a:p xmlns:a="http://schemas.openxmlformats.org/drawingml/2006/main">
            <a:r>
              <a:t>https://support.pix4d.com/hc/en-us/articles/360000891623</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19–23 min. Fotografía real de un Mavic 3M en exhibición. No atribuir precisión final al RTK sin comprobación independiente.</a:t>
            </a:r>
          </a:p>
          <a:p xmlns:a="http://schemas.openxmlformats.org/drawingml/2006/main">
            <a:r>
              <a:t>Fuentes: https://ag.dji.com/mavic-3-m/specs</a:t>
            </a:r>
          </a:p>
          <a:p xmlns:a="http://schemas.openxmlformats.org/drawingml/2006/main">
            <a:r>
              <a:t>https://commons.wikimedia.org/wiki/File:DJI_Mavic_3M_Multispectral_FA373WYPN9_(4-9-2024)_(cropped).jpg</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23–30 min. Explicar cobertura de imágenes sin fijar parámetros universales. Revisar seguridad y permisos aplicables antes de una misión real.</a:t>
            </a:r>
          </a:p>
          <a:p xmlns:a="http://schemas.openxmlformats.org/drawingml/2006/main">
            <a:r>
              <a:t>Fuentes: https://support.pix4d.com/hc/en-us/articles/36000014121991</a:t>
            </a:r>
          </a:p>
          <a:p xmlns:a="http://schemas.openxmlformats.org/drawingml/2006/main">
            <a:r>
              <a:t>https://training.pix4d.com/enrollments</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30–33 min. Matic Pro demuestra el procesamiento RGB. Utilizar resultados preparados para respetar los 30 minutos asignados.</a:t>
            </a:r>
          </a:p>
          <a:p xmlns:a="http://schemas.openxmlformats.org/drawingml/2006/main">
            <a:r>
              <a:t>Fuentes: https://training.pix4d.com/enrollments</a:t>
            </a:r>
          </a:p>
          <a:p xmlns:a="http://schemas.openxmlformats.org/drawingml/2006/main">
            <a:r>
              <a:t>https://support.pix4d.com/hc/en-us/articles/360044950312</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33–41 min. Captura pública de importación de puntos y panel de calibración. No representa Pro instalado ni una ejecución local. Revisar imágenes, CRS, control, cámaras calibradas y reporte.</a:t>
            </a:r>
          </a:p>
          <a:p xmlns:a="http://schemas.openxmlformats.org/drawingml/2006/main">
            <a:r>
              <a:t>Fuentes: https://support.pix4d.com/hc/en-us/articles/360000235126</a:t>
            </a:r>
          </a:p>
          <a:p xmlns:a="http://schemas.openxmlformats.org/drawingml/2006/main">
            <a:r>
              <a:t>https://support.pix4d.com/hc/en-us/articles/11188127036957</a:t>
            </a:r>
          </a:p>
          <a:p xmlns:a="http://schemas.openxmlformats.org/drawingml/2006/main">
            <a:r>
              <a:t>https://training.pix4d.com/enrollments</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41–49 min. La imagen muestra nube y posiciones de cámaras del ejemplo oficial de 100 imágenes. No presentar esta imagen como una malla ni como resultado local. Mostrar en software una malla solo si existe en el proyecto ejecutado.</a:t>
            </a:r>
          </a:p>
          <a:p xmlns:a="http://schemas.openxmlformats.org/drawingml/2006/main">
            <a:r>
              <a:t>Fuentes: https://support.pix4d.com/hc/en-us/articles/360044950312</a:t>
            </a:r>
          </a:p>
          <a:p xmlns:a="http://schemas.openxmlformats.org/drawingml/2006/main">
            <a:r>
              <a:t>https://training.pix4d.com/enrollments</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49–56 min. Vistas reales publicadas en el artículo Quality report. Su contexto es urbano y se usa para explicar los productos. El DSM incluye objetos y vegetación. La altura de cultivo requiere una referencia de terreno compatible.</a:t>
            </a:r>
          </a:p>
          <a:p xmlns:a="http://schemas.openxmlformats.org/drawingml/2006/main">
            <a:r>
              <a:t>Fuentes: https://support.pix4d.com/hc/en-us/articles/360044950312</a:t>
            </a:r>
          </a:p>
          <a:p xmlns:a="http://schemas.openxmlformats.org/drawingml/2006/main">
            <a:r>
              <a:t>https://training.pix4d.com/enrollments</a:t>
            </a:r>
          </a:p>
          <a:p xmlns:a="http://schemas.openxmlformats.org/drawingml/2006/main">
            <a:r>
              <a:t>https://support.pix4d.com/hc/en-us/articles/360040686852</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56–60 min. GeoTIFF RGB no contiene NIR ni borde rojo. El proyecto Matic RGB y el proyecto Fields multiespectral son flujos distintos.</a:t>
            </a:r>
          </a:p>
          <a:p xmlns:a="http://schemas.openxmlformats.org/drawingml/2006/main">
            <a:r>
              <a:t>Fuentes: https://support.pix4d.com/hc/en-us/articles/360044950312</a:t>
            </a:r>
          </a:p>
          <a:p xmlns:a="http://schemas.openxmlformats.org/drawingml/2006/main">
            <a:r>
              <a:t>https://support.pix4d.com/hc/en-us/articles/360000897346</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60–63 min. La captura procede de Exporting statistics. Es un ejemplo oficial independiente, distinto del ensayo Field trial del workbook. No afirmar procesamiento local.</a:t>
            </a:r>
          </a:p>
          <a:p xmlns:a="http://schemas.openxmlformats.org/drawingml/2006/main">
            <a:r>
              <a:t>Fuentes: https://support.pix4d.com/hc/en-us/articles/360000897346</a:t>
            </a:r>
          </a:p>
          <a:p xmlns:a="http://schemas.openxmlformats.org/drawingml/2006/main">
            <a:r>
              <a:t>https://support.pix4d.com/hc/en-us/articles/4409231699345</a:t>
            </a:r>
          </a:p>
          <a:p xmlns:a="http://schemas.openxmlformats.org/drawingml/2006/main">
            <a:r>
              <a:t>https://support.pix4d.com/hc/en-us/articles/360038644731</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63–69 min. Enmascarar NoData y denominador cero. No convertir índices directamente en dosis o diagnósticos.</a:t>
            </a:r>
          </a:p>
          <a:p xmlns:a="http://schemas.openxmlformats.org/drawingml/2006/main">
            <a:r>
              <a:t>Fuentes: https://support.pix4d.com/hc/en-us/articles/360000891623</a:t>
            </a:r>
          </a:p>
          <a:p xmlns:a="http://schemas.openxmlformats.org/drawingml/2006/main">
            <a:r>
              <a:t>https://training.pix4d.com/enrollments</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69–78 min. Esta tabla corresponde al ejemplo público de Exporting statistics. No mezclar sus valores con el ensayo alemán del workbook. En la demostración de Field trial se mostrarán exclusivamente estadísticas obtenidas de ese proyecto cuando estén disponibles.</a:t>
            </a:r>
          </a:p>
          <a:p xmlns:a="http://schemas.openxmlformats.org/drawingml/2006/main">
            <a:r>
              <a:t>Fuentes: https://training.pix4d.com/enrollments</a:t>
            </a:r>
          </a:p>
          <a:p xmlns:a="http://schemas.openxmlformats.org/drawingml/2006/main">
            <a:r>
              <a:t>https://support.pix4d.com/hc/en-us/articles/4409231699345</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78–90 min. La comparación procede de My first vegetation index map. No es Field trial. La imagen muestra la importancia del suelo visible. No inferir una causa agronómica específica sin comprobación.</a:t>
            </a:r>
          </a:p>
          <a:p xmlns:a="http://schemas.openxmlformats.org/drawingml/2006/main">
            <a:r>
              <a:t>Fuentes: https://training.pix4d.com/enrollments</a:t>
            </a:r>
          </a:p>
          <a:p xmlns:a="http://schemas.openxmlformats.org/drawingml/2006/main">
            <a:r>
              <a:t>https://support.pix4d.com/hc/en-us/articles/36000014121991</a:t>
            </a:r>
          </a:p>
          <a:p xmlns:a="http://schemas.openxmlformats.org/drawingml/2006/main">
            <a:r>
              <a:t>https://support.pix4d.com/hc/en-us/articles/16997255586589</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90–93 min. Caso verificado en PIX4Dfields Essentials Course Workbook 2024: Australian sheep pasture, XAG M500 RGB, 254 imágenes, 60 m de vuelo. No se reproducen imágenes del cuaderno. El diagrama original describe su procedimiento. El Mavic 3M es equipo de referencia del taller, no el equipo de este caso.</a:t>
            </a:r>
          </a:p>
          <a:p xmlns:a="http://schemas.openxmlformats.org/drawingml/2006/main">
            <a:r>
              <a:t>Fuentes: https://training.pix4d.com/enrollments</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93–101 min. Wanted se refiere a lo que se desea seleccionar y puede representar una maleza. Las capturas son controles oficiales de la herramienta, sin afirmar que corresponden a la ejecución de zarzamora.</a:t>
            </a:r>
          </a:p>
          <a:p xmlns:a="http://schemas.openxmlformats.org/drawingml/2006/main">
            <a:r>
              <a:t>Fuentes: https://support.pix4d.com/hc/en-us/articles/7886486253213</a:t>
            </a:r>
          </a:p>
          <a:p xmlns:a="http://schemas.openxmlformats.org/drawingml/2006/main">
            <a:r>
              <a:t>https://training.pix4d.com/enrollments</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101–105 min. El esquema solo explica la estructura de un mapa de operación. No corresponde a ningún lote ni prescribe agroquímicos. Verificar terminal, formato, límites, celdas y obstáculos en una aplicación real.</a:t>
            </a:r>
          </a:p>
          <a:p xmlns:a="http://schemas.openxmlformats.org/drawingml/2006/main">
            <a:r>
              <a:t>Fuentes: https://support.pix4d.com/hc/en-us/articles/360000897346</a:t>
            </a:r>
          </a:p>
          <a:p xmlns:a="http://schemas.openxmlformats.org/drawingml/2006/main">
            <a:r>
              <a:t>https://support.pix4d.com/hc/en-us/articles/360038644731</a:t>
            </a:r>
          </a:p>
          <a:p xmlns:a="http://schemas.openxmlformats.org/drawingml/2006/main">
            <a:r>
              <a:t>https://support.pix4d.com/hc/en-us/articles/360019956578</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105–115 min. Evitar porcentajes de ahorro o productividad sin evidencia. Debatir costos y utilidad de la información para Administración Agroindustrial.</a:t>
            </a:r>
          </a:p>
          <a:p xmlns:a="http://schemas.openxmlformats.org/drawingml/2006/main">
            <a:r>
              <a:t>Fuentes: https://www.utn.ac.cr/content/administracion-agroindustrial</a:t>
            </a:r>
          </a:p>
          <a:p xmlns:a="http://schemas.openxmlformats.org/drawingml/2006/main">
            <a:r>
              <a:t>https://mag.go.cr/extension-agropecuaria/</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115–118 min. Horas según propuesta ya elaborada en el repositorio: 10 teoría y 30 práctica. No anunciar aprobación UTN. La apertura necesita validación académica, licencias, laboratorio y práctica de campo.</a:t>
            </a:r>
          </a:p>
          <a:p xmlns:a="http://schemas.openxmlformats.org/drawingml/2006/main">
            <a:r>
              <a:t>Fuentes: https://www.utn.ac.cr/content/administracion-agroindustrial</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118–120 min. Solicitar una respuesta breve y relacionarla con uno de los productos demostrados. No incluir un QR a recursos hasta verificar que el enlace contiene las descargas actualizadas.</a:t>
            </a:r>
          </a:p>
          <a:p xmlns:a="http://schemas.openxmlformats.org/drawingml/2006/main">
            <a:r>
              <a:t>Fuentes: https://www.utn.ac.cr/content/administracion-agroindustrial</a:t>
            </a:r>
          </a:p>
          <a:p xmlns:a="http://schemas.openxmlformats.org/drawingml/2006/main">
            <a:r>
              <a:t>Consulta: 2026-10-20. Las vistas oficiales no acreditan ejecución local del software. Los esquemas conceptuales explican un método y no contienen mediciones ni clasificaciones calculadas. Los derechos de terceros permanecen con sus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69582722e746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74d530675447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26ed75ecd94f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233401dfc349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bbf88fabdc46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508a29b95347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76F539-6405-4EEF-A5C6-05E94E840D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46C9E5-E95C-4965-A567-57A73DADD9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FDABF9-4157-44E2-85B2-04959AF179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B7990A-0354-4A15-A054-052D538B03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A65BDB-C319-4F37-9595-AD40F750A2D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DEA6D6-ADBD-4C82-8D37-10B711E15E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DC3D1E-1FD8-4D4D-9344-0443B86FE4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E9E79E-6721-4C1F-A65C-4FEF778CDE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5D09D9-44BA-4364-86DE-F52FE31467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58EEF2-2ABC-4629-AFC9-A9D3E936C4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717106c3144318" /><Relationship Type="http://schemas.openxmlformats.org/officeDocument/2006/relationships/slideLayout" Target="/ppt/slideLayouts/slideLayout1.xml" Id="R2d97da2f0e3e4c2f" /><Relationship Type="http://schemas.openxmlformats.org/officeDocument/2006/relationships/slideLayout" Target="/ppt/slideLayouts/slideLayout2.xml" Id="Rfd9377f5207943da" /><Relationship Type="http://schemas.openxmlformats.org/officeDocument/2006/relationships/slideLayout" Target="/ppt/slideLayouts/slideLayout3.xml" Id="R7e67b8ce71c54a7c" /><Relationship Type="http://schemas.openxmlformats.org/officeDocument/2006/relationships/slideLayout" Target="/ppt/slideLayouts/slideLayout4.xml" Id="Rf899e715e9524a95" /><Relationship Type="http://schemas.openxmlformats.org/officeDocument/2006/relationships/slideLayout" Target="/ppt/slideLayouts/slideLayout5.xml" Id="Rb3276171850c4082" /><Relationship Type="http://schemas.openxmlformats.org/officeDocument/2006/relationships/slideLayout" Target="/ppt/slideLayouts/slideLayout6.xml" Id="R87448b5f39684b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97da2f0e3e4c2f"/>
    <p:sldLayoutId xmlns:r="http://schemas.openxmlformats.org/officeDocument/2006/relationships" id="2147483650" r:id="Rfd9377f5207943da"/>
    <p:sldLayoutId xmlns:r="http://schemas.openxmlformats.org/officeDocument/2006/relationships" id="2147483651" r:id="R7e67b8ce71c54a7c"/>
    <p:sldLayoutId xmlns:r="http://schemas.openxmlformats.org/officeDocument/2006/relationships" id="2147483652" r:id="Rf899e715e9524a95"/>
    <p:sldLayoutId xmlns:r="http://schemas.openxmlformats.org/officeDocument/2006/relationships" id="2147483653" r:id="Rb3276171850c4082"/>
    <p:sldLayoutId xmlns:r="http://schemas.openxmlformats.org/officeDocument/2006/relationships" id="2147483654" r:id="R87448b5f39684b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e007ccf490fd4f9b"/><Relationship Type="http://schemas.openxmlformats.org/officeDocument/2006/relationships/image" Target="/ppt/media/image.jpeg" Id="R33efe9857b674603"/><Relationship Type="http://schemas.openxmlformats.org/officeDocument/2006/relationships/image" Target="/ppt/media/image.png" Id="R9f7f86426edc4b9c"/><Relationship Type="http://schemas.openxmlformats.org/officeDocument/2006/relationships/notesSlide" Target="/ppt/notesSlides/notesSlide1.xml" Id="R3d13bcaa84bc4973"/><Relationship Id="rIdPix4DCredit" Type="http://schemas.openxmlformats.org/officeDocument/2006/relationships/hyperlink" Target="https://www.pix4d.com/" TargetMode="External"/></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7205ec45154843" /><Relationship Type="http://schemas.openxmlformats.org/officeDocument/2006/relationships/image" Target="/ppt/media/image2.png" Id="Rda3a0c1d1fc64cbe" /><Relationship Type="http://schemas.openxmlformats.org/officeDocument/2006/relationships/notesSlide" Target="/ppt/notesSlides/notesSlide2.xml" Id="Rb10f8271e9214d13"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6b581e1bd39a486c"/><Relationship Type="http://schemas.openxmlformats.org/officeDocument/2006/relationships/image" Target="/ppt/media/image3.png" Id="Red27e85b61744567"/><Relationship Type="http://schemas.openxmlformats.org/officeDocument/2006/relationships/image" Target="/ppt/media/image2.jpeg" Id="R09be82a632f64157"/><Relationship Type="http://schemas.openxmlformats.org/officeDocument/2006/relationships/notesSlide" Target="/ppt/notesSlides/notesSlide3.xml" Id="R07365134b6364186"/><Relationship Id="rIdPix4DCredit" Type="http://schemas.openxmlformats.org/officeDocument/2006/relationships/hyperlink" Target="https://www.pix4d.com/" TargetMode="External"/></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f8d271188b4240" /><Relationship Type="http://schemas.openxmlformats.org/officeDocument/2006/relationships/image" Target="/ppt/media/image4.png" Id="Rc9cdf8dcb47e431e" /><Relationship Type="http://schemas.openxmlformats.org/officeDocument/2006/relationships/notesSlide" Target="/ppt/notesSlides/notesSlide4.xml" Id="Rdb59d8b3a32a4d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f4f60f67d34a91" /><Relationship Type="http://schemas.openxmlformats.org/officeDocument/2006/relationships/image" Target="/ppt/media/image5.png" Id="R3c2a33cd2423452f" /><Relationship Type="http://schemas.openxmlformats.org/officeDocument/2006/relationships/image" Target="/ppt/media/image3.jpeg" Id="Refa9769c05c9496e" /><Relationship Type="http://schemas.openxmlformats.org/officeDocument/2006/relationships/notesSlide" Target="/ppt/notesSlides/notesSlide5.xml" Id="R230910d09f154e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7e8b1c21474de4" /><Relationship Type="http://schemas.openxmlformats.org/officeDocument/2006/relationships/image" Target="/ppt/media/image6.png" Id="Rf0a8006150d84ed8" /><Relationship Type="http://schemas.openxmlformats.org/officeDocument/2006/relationships/notesSlide" Target="/ppt/notesSlides/notesSlide6.xml" Id="R1ecddcf70e7d49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1781c0542ed4d36" /><Relationship Type="http://schemas.openxmlformats.org/officeDocument/2006/relationships/image" Target="/ppt/media/image7.png" Id="Rbce28a216b534e48" /><Relationship Type="http://schemas.openxmlformats.org/officeDocument/2006/relationships/notesSlide" Target="/ppt/notesSlides/notesSlide7.xml" Id="Rce9f8830e82043c3" /></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bb78d760846447ee"/><Relationship Type="http://schemas.openxmlformats.org/officeDocument/2006/relationships/image" Target="/ppt/media/image8.png" Id="R847de494b49c45b0"/><Relationship Type="http://schemas.openxmlformats.org/officeDocument/2006/relationships/image" Target="/ppt/media/image9.png" Id="R3ae0cc79d3a044e6"/><Relationship Type="http://schemas.openxmlformats.org/officeDocument/2006/relationships/image" Target="/ppt/media/image10.png" Id="Ra640084ee9f44b64"/><Relationship Type="http://schemas.openxmlformats.org/officeDocument/2006/relationships/notesSlide" Target="/ppt/notesSlides/notesSlide8.xml" Id="R5caf9303e5ac48e2"/><Relationship Id="rIdPix4DCredit" Type="http://schemas.openxmlformats.org/officeDocument/2006/relationships/hyperlink" Target="https://www.pix4d.com/" TargetMode="Externa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2886d0c307b84c56"/><Relationship Type="http://schemas.openxmlformats.org/officeDocument/2006/relationships/image" Target="/ppt/media/image11.png" Id="R99cbcead66b4446a"/><Relationship Type="http://schemas.openxmlformats.org/officeDocument/2006/relationships/image" Target="/ppt/media/image4.jpeg" Id="R23ae2f60f97d4acb"/><Relationship Type="http://schemas.openxmlformats.org/officeDocument/2006/relationships/notesSlide" Target="/ppt/notesSlides/notesSlide9.xml" Id="Rafb8f6aab8cf4d50"/><Relationship Id="rIdPix4DCredit" Type="http://schemas.openxmlformats.org/officeDocument/2006/relationships/hyperlink" Target="https://www.pix4d.com/" TargetMode="Externa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36e657c6930b44f6"/><Relationship Type="http://schemas.openxmlformats.org/officeDocument/2006/relationships/image" Target="/ppt/media/image12.png" Id="Rd2e930bdcde7418e"/><Relationship Type="http://schemas.openxmlformats.org/officeDocument/2006/relationships/image" Target="/ppt/media/image13.png" Id="Rcd1314dd49824d14"/><Relationship Type="http://schemas.openxmlformats.org/officeDocument/2006/relationships/image" Target="/ppt/media/image14.png" Id="Rbda1dc265bc94982"/><Relationship Type="http://schemas.openxmlformats.org/officeDocument/2006/relationships/notesSlide" Target="/ppt/notesSlides/notesSlide10.xml" Id="Rafed63e3b5b84a44"/><Relationship Id="rIdPix4DCredit" Type="http://schemas.openxmlformats.org/officeDocument/2006/relationships/hyperlink" Target="https://www.pix4d.com/" TargetMode="External"/></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0a9914481c4df6" /><Relationship Type="http://schemas.openxmlformats.org/officeDocument/2006/relationships/image" Target="/ppt/media/image15.png" Id="Rdde02b5eb3994d0e" /><Relationship Type="http://schemas.openxmlformats.org/officeDocument/2006/relationships/notesSlide" Target="/ppt/notesSlides/notesSlide11.xml" Id="R28eced07564e4429" /></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24d5a3db967045fe"/><Relationship Type="http://schemas.openxmlformats.org/officeDocument/2006/relationships/image" Target="/ppt/media/image16.png" Id="R9f1743757e044b72"/><Relationship Type="http://schemas.openxmlformats.org/officeDocument/2006/relationships/image" Target="/ppt/media/image17.png" Id="R38c38de39b32457b"/><Relationship Type="http://schemas.openxmlformats.org/officeDocument/2006/relationships/notesSlide" Target="/ppt/notesSlides/notesSlide12.xml" Id="R6a29935c19f747f5"/><Relationship Id="rIdPix4DCredit" Type="http://schemas.openxmlformats.org/officeDocument/2006/relationships/hyperlink" Target="https://www.pix4d.com/" TargetMode="External"/></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f66a79af91948a3" /><Relationship Type="http://schemas.openxmlformats.org/officeDocument/2006/relationships/image" Target="/ppt/media/image18.png" Id="R4bb0853d458f4f4e" /><Relationship Type="http://schemas.openxmlformats.org/officeDocument/2006/relationships/notesSlide" Target="/ppt/notesSlides/notesSlide13.xml" Id="R73492f474b8f4563" /></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13e1c93360fa45f9"/><Relationship Type="http://schemas.openxmlformats.org/officeDocument/2006/relationships/image" Target="/ppt/media/image19.png" Id="R7c34c040b4c44091"/><Relationship Type="http://schemas.openxmlformats.org/officeDocument/2006/relationships/image" Target="/ppt/media/image20.png" Id="R3ea5bd5154764999"/><Relationship Type="http://schemas.openxmlformats.org/officeDocument/2006/relationships/notesSlide" Target="/ppt/notesSlides/notesSlide14.xml" Id="Rbe34c83da56d4652"/><Relationship Id="rIdPix4DCredit" Type="http://schemas.openxmlformats.org/officeDocument/2006/relationships/hyperlink" Target="https://www.pix4d.com/" TargetMode="Externa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cde54526afe34412"/><Relationship Type="http://schemas.openxmlformats.org/officeDocument/2006/relationships/image" Target="/ppt/media/image21.png" Id="Rea914c2ff89945ee"/><Relationship Type="http://schemas.openxmlformats.org/officeDocument/2006/relationships/image" Target="/ppt/media/image22.png" Id="R2c3a2786cee746f3"/><Relationship Type="http://schemas.openxmlformats.org/officeDocument/2006/relationships/notesSlide" Target="/ppt/notesSlides/notesSlide15.xml" Id="R331e52592cfd4af9"/><Relationship Id="rIdPix4DCredit" Type="http://schemas.openxmlformats.org/officeDocument/2006/relationships/hyperlink" Target="https://www.pix4d.com/" TargetMode="External"/></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e42dd2973d04d72" /><Relationship Type="http://schemas.openxmlformats.org/officeDocument/2006/relationships/image" Target="/ppt/media/image23.png" Id="Rf5468126d06b432f" /><Relationship Type="http://schemas.openxmlformats.org/officeDocument/2006/relationships/notesSlide" Target="/ppt/notesSlides/notesSlide16.xml" Id="R503ab0faddc246c8" /></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37d7dde202b64bfe"/><Relationship Type="http://schemas.openxmlformats.org/officeDocument/2006/relationships/image" Target="/ppt/media/image24.png" Id="R0f565b3c48c5406c"/><Relationship Type="http://schemas.openxmlformats.org/officeDocument/2006/relationships/image" Target="/ppt/media/image25.png" Id="Rcc90ff07e8364432"/><Relationship Type="http://schemas.openxmlformats.org/officeDocument/2006/relationships/image" Target="/ppt/media/image26.png" Id="Rab51ccbc7ec741fc"/><Relationship Type="http://schemas.openxmlformats.org/officeDocument/2006/relationships/notesSlide" Target="/ppt/notesSlides/notesSlide17.xml" Id="R6f6952cd25e345ac"/><Relationship Id="rIdPix4DCredit" Type="http://schemas.openxmlformats.org/officeDocument/2006/relationships/hyperlink" Target="https://www.pix4d.com/" TargetMode="External"/></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79c972bc1b6467f" /><Relationship Type="http://schemas.openxmlformats.org/officeDocument/2006/relationships/image" Target="/ppt/media/image27.png" Id="R0edbc087f1c54213" /><Relationship Type="http://schemas.openxmlformats.org/officeDocument/2006/relationships/notesSlide" Target="/ppt/notesSlides/notesSlide18.xml" Id="R694933378cbc44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72976358a74a7c" /><Relationship Type="http://schemas.openxmlformats.org/officeDocument/2006/relationships/image" Target="/ppt/media/image28.png" Id="Rd0cd1cc16cc145a8" /><Relationship Type="http://schemas.openxmlformats.org/officeDocument/2006/relationships/notesSlide" Target="/ppt/notesSlides/notesSlide19.xml" Id="Ra92f053c9c8244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01c043345ac437c" /><Relationship Type="http://schemas.openxmlformats.org/officeDocument/2006/relationships/image" Target="/ppt/media/image29.png" Id="R02e7f9ca24db4272" /><Relationship Type="http://schemas.openxmlformats.org/officeDocument/2006/relationships/notesSlide" Target="/ppt/notesSlides/notesSlide20.xml" Id="R1c36e55cd23545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6d8b9e7aea1408e" /><Relationship Type="http://schemas.openxmlformats.org/officeDocument/2006/relationships/image" Target="/ppt/media/image30.png" Id="R5a07651822634128" /><Relationship Type="http://schemas.openxmlformats.org/officeDocument/2006/relationships/notesSlide" Target="/ppt/notesSlides/notesSlide21.xml" Id="R74065866d01a4b76" /></Relationships>
</file>

<file path=ppt/slides/slide1.xml><?xml version="1.0" encoding="utf-8"?>
<p:sld xmlns:p="http://schemas.openxmlformats.org/presentationml/2006/main">
  <p:cSld>
    <p:bg>
      <p:bgPr>
        <a:solidFill xmlns:a="http://schemas.openxmlformats.org/drawingml/2006/main">
          <a:srgbClr val="153749"/>
        </a:solidFill>
      </p:bgPr>
    </p:bg>
    <p:spTree>
      <p:nvGrpSpPr>
        <p:cNvPr id="1" name=""/>
        <p:cNvGrpSpPr/>
        <p:nvPr/>
      </p:nvGrpSpPr>
      <p:grpSpPr>
        <a:xfrm xmlns:a="http://schemas.openxmlformats.org/drawingml/2006/main"/>
      </p:grpSpPr>
      <p:sp>
        <p:nvSpPr>
          <p:cNvPr id="11" name="UTN · Administración Agroindustrial">
            <a:extLst xmlns:a="http://schemas.openxmlformats.org/drawingml/2006/main">
              <a:ext uri="{FF2B5EF4-FFF2-40B4-BE49-F238E27FC236}">
                <a16:creationId xmlns:a16="http://schemas.microsoft.com/office/drawing/2014/main" id="{597A2FB9-93E3-4B2B-A2FB-F147778B032F}"/>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2D7"/>
                </a:solidFill>
                <a:latin typeface="Fira Sans"/>
                <a:ea typeface="Fira Sans"/>
                <a:cs typeface="Fira Sans"/>
              </a:defRPr>
            </a:defPPr>
            <a:lvl1pPr algn="l">
              <a:defRPr sz="975" b="0">
                <a:solidFill>
                  <a:srgbClr val="BED2D7"/>
                </a:solidFill>
                <a:latin typeface="Fira Sans"/>
                <a:ea typeface="Fira Sans"/>
                <a:cs typeface="Fira Sans"/>
              </a:defRPr>
            </a:lvl1pPr>
            <a:lvl2pPr algn="l">
              <a:defRPr sz="975" b="0">
                <a:solidFill>
                  <a:srgbClr val="BED2D7"/>
                </a:solidFill>
                <a:latin typeface="Fira Sans"/>
                <a:ea typeface="Fira Sans"/>
                <a:cs typeface="Fira Sans"/>
              </a:defRPr>
            </a:lvl2pPr>
            <a:lvl3pPr algn="l">
              <a:defRPr sz="975" b="0">
                <a:solidFill>
                  <a:srgbClr val="BED2D7"/>
                </a:solidFill>
                <a:latin typeface="Fira Sans"/>
                <a:ea typeface="Fira Sans"/>
                <a:cs typeface="Fira Sans"/>
              </a:defRPr>
            </a:lvl3pPr>
            <a:lvl4pPr algn="l">
              <a:defRPr sz="975" b="0">
                <a:solidFill>
                  <a:srgbClr val="BED2D7"/>
                </a:solidFill>
                <a:latin typeface="Fira Sans"/>
                <a:ea typeface="Fira Sans"/>
                <a:cs typeface="Fira Sans"/>
              </a:defRPr>
            </a:lvl4pPr>
            <a:lvl5pPr algn="l">
              <a:defRPr sz="975" b="0">
                <a:solidFill>
                  <a:srgbClr val="BED2D7"/>
                </a:solidFill>
                <a:latin typeface="Fira Sans"/>
                <a:ea typeface="Fira Sans"/>
                <a:cs typeface="Fira Sans"/>
              </a:defRPr>
            </a:lvl5pPr>
            <a:lvl6pPr algn="l">
              <a:defRPr sz="975" b="0">
                <a:solidFill>
                  <a:srgbClr val="BED2D7"/>
                </a:solidFill>
                <a:latin typeface="Fira Sans"/>
                <a:ea typeface="Fira Sans"/>
                <a:cs typeface="Fira Sans"/>
              </a:defRPr>
            </a:lvl6pPr>
            <a:lvl7pPr algn="l">
              <a:defRPr sz="975" b="0">
                <a:solidFill>
                  <a:srgbClr val="BED2D7"/>
                </a:solidFill>
                <a:latin typeface="Fira Sans"/>
                <a:ea typeface="Fira Sans"/>
                <a:cs typeface="Fira Sans"/>
              </a:defRPr>
            </a:lvl7pPr>
            <a:lvl8pPr algn="l">
              <a:defRPr sz="975" b="0">
                <a:solidFill>
                  <a:srgbClr val="BED2D7"/>
                </a:solidFill>
                <a:latin typeface="Fira Sans"/>
                <a:ea typeface="Fira Sans"/>
                <a:cs typeface="Fira Sans"/>
              </a:defRPr>
            </a:lvl8pPr>
            <a:lvl9pPr algn="l">
              <a:defRPr sz="975" b="0">
                <a:solidFill>
                  <a:srgbClr val="BED2D7"/>
                </a:solidFill>
                <a:latin typeface="Fira Sans"/>
                <a:ea typeface="Fira Sans"/>
                <a:cs typeface="Fira Sans"/>
              </a:defRPr>
            </a:lvl9pPr>
          </a:lstStyle>
          <a:p xmlns:a="http://schemas.openxmlformats.org/drawingml/2006/main">
            <a:pPr algn="l">
              <a:defRPr sz="975" b="0">
                <a:solidFill>
                  <a:srgbClr val="BED2D7"/>
                </a:solidFill>
                <a:latin typeface="Fira Sans"/>
                <a:ea typeface="Fira Sans"/>
                <a:cs typeface="Fira Sans"/>
              </a:defRPr>
            </a:pPr>
            <a:r>
              <a:rPr sz="975" b="0">
                <a:solidFill>
                  <a:srgbClr val="BED2D7"/>
                </a:solidFill>
                <a:latin typeface="Fira Sans"/>
                <a:ea typeface="Fira Sans"/>
                <a:cs typeface="Fira Sans"/>
              </a:rPr>
              <a:t>UTN · Administración Agroindustrial</a:t>
            </a:r>
          </a:p>
        </p:txBody>
      </p:sp>
      <p:sp>
        <p:nvSpPr>
          <p:cNvPr id="2" name="01">
            <a:extLst xmlns:a="http://schemas.openxmlformats.org/drawingml/2006/main">
              <a:ext uri="{FF2B5EF4-FFF2-40B4-BE49-F238E27FC236}">
                <a16:creationId xmlns:a16="http://schemas.microsoft.com/office/drawing/2014/main" id="{DF9BBFA0-A6D3-47F4-ABB6-F3FAA3E435A8}"/>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8FD5CA"/>
                </a:solidFill>
                <a:latin typeface="Fira Sans"/>
                <a:ea typeface="Fira Sans"/>
                <a:cs typeface="Fira Sans"/>
              </a:defRPr>
            </a:defPPr>
            <a:lvl1pPr algn="l">
              <a:defRPr sz="1500" b="1">
                <a:solidFill>
                  <a:srgbClr val="8FD5CA"/>
                </a:solidFill>
                <a:latin typeface="Fira Sans"/>
                <a:ea typeface="Fira Sans"/>
                <a:cs typeface="Fira Sans"/>
              </a:defRPr>
            </a:lvl1pPr>
            <a:lvl2pPr algn="l">
              <a:defRPr sz="1500" b="1">
                <a:solidFill>
                  <a:srgbClr val="8FD5CA"/>
                </a:solidFill>
                <a:latin typeface="Fira Sans"/>
                <a:ea typeface="Fira Sans"/>
                <a:cs typeface="Fira Sans"/>
              </a:defRPr>
            </a:lvl2pPr>
            <a:lvl3pPr algn="l">
              <a:defRPr sz="1500" b="1">
                <a:solidFill>
                  <a:srgbClr val="8FD5CA"/>
                </a:solidFill>
                <a:latin typeface="Fira Sans"/>
                <a:ea typeface="Fira Sans"/>
                <a:cs typeface="Fira Sans"/>
              </a:defRPr>
            </a:lvl3pPr>
            <a:lvl4pPr algn="l">
              <a:defRPr sz="1500" b="1">
                <a:solidFill>
                  <a:srgbClr val="8FD5CA"/>
                </a:solidFill>
                <a:latin typeface="Fira Sans"/>
                <a:ea typeface="Fira Sans"/>
                <a:cs typeface="Fira Sans"/>
              </a:defRPr>
            </a:lvl4pPr>
            <a:lvl5pPr algn="l">
              <a:defRPr sz="1500" b="1">
                <a:solidFill>
                  <a:srgbClr val="8FD5CA"/>
                </a:solidFill>
                <a:latin typeface="Fira Sans"/>
                <a:ea typeface="Fira Sans"/>
                <a:cs typeface="Fira Sans"/>
              </a:defRPr>
            </a:lvl5pPr>
            <a:lvl6pPr algn="l">
              <a:defRPr sz="1500" b="1">
                <a:solidFill>
                  <a:srgbClr val="8FD5CA"/>
                </a:solidFill>
                <a:latin typeface="Fira Sans"/>
                <a:ea typeface="Fira Sans"/>
                <a:cs typeface="Fira Sans"/>
              </a:defRPr>
            </a:lvl6pPr>
            <a:lvl7pPr algn="l">
              <a:defRPr sz="1500" b="1">
                <a:solidFill>
                  <a:srgbClr val="8FD5CA"/>
                </a:solidFill>
                <a:latin typeface="Fira Sans"/>
                <a:ea typeface="Fira Sans"/>
                <a:cs typeface="Fira Sans"/>
              </a:defRPr>
            </a:lvl7pPr>
            <a:lvl8pPr algn="l">
              <a:defRPr sz="1500" b="1">
                <a:solidFill>
                  <a:srgbClr val="8FD5CA"/>
                </a:solidFill>
                <a:latin typeface="Fira Sans"/>
                <a:ea typeface="Fira Sans"/>
                <a:cs typeface="Fira Sans"/>
              </a:defRPr>
            </a:lvl8pPr>
            <a:lvl9pPr algn="l">
              <a:defRPr sz="1500" b="1">
                <a:solidFill>
                  <a:srgbClr val="8FD5CA"/>
                </a:solidFill>
                <a:latin typeface="Fira Sans"/>
                <a:ea typeface="Fira Sans"/>
                <a:cs typeface="Fira Sans"/>
              </a:defRPr>
            </a:lvl9pPr>
          </a:lstStyle>
          <a:p xmlns:a="http://schemas.openxmlformats.org/drawingml/2006/main">
            <a:pPr algn="l">
              <a:defRPr sz="1500" b="1">
                <a:solidFill>
                  <a:srgbClr val="8FD5CA"/>
                </a:solidFill>
                <a:latin typeface="Fira Sans"/>
                <a:ea typeface="Fira Sans"/>
                <a:cs typeface="Fira Sans"/>
              </a:defRPr>
            </a:pPr>
            <a:r>
              <a:rPr sz="1500" b="1">
                <a:solidFill>
                  <a:srgbClr val="8FD5CA"/>
                </a:solidFill>
                <a:latin typeface="Fira Sans"/>
                <a:ea typeface="Fira Sans"/>
                <a:cs typeface="Fira Sans"/>
              </a:rPr>
              <a:t>01</a:t>
            </a:r>
          </a:p>
        </p:txBody>
      </p:sp>
      <p:pic>
        <p:nvPicPr>
          <p:cNvPr id="3" name="">
            <a:extLst xmlns:a="http://schemas.openxmlformats.org/drawingml/2006/main">
              <a:ext uri="{FF2B5EF4-FFF2-40B4-BE49-F238E27FC236}">
                <a16:creationId xmlns:a16="http://schemas.microsoft.com/office/drawing/2014/main" id="{926C5D90-7109-474E-8B88-EB40A1E4976A}"/>
              </a:ext>
            </a:extLst>
          </p:cNvPr>
          <p:cNvPicPr>
            <a:picLocks xmlns:a="http://schemas.openxmlformats.org/drawingml/2006/main" noChangeAspect="1"/>
          </p:cNvPicPr>
          <p:nvPr/>
        </p:nvPicPr>
        <p:blipFill>
          <a:blip xmlns:r="http://schemas.openxmlformats.org/officeDocument/2006/relationships" xmlns:a="http://schemas.openxmlformats.org/drawingml/2006/main" r:embed="R33efe9857b674603"/>
          <a:srcRect xmlns:a="http://schemas.openxmlformats.org/drawingml/2006/main" l="3125" t="0" r="3125" b="0"/>
          <a:stretch xmlns:a="http://schemas.openxmlformats.org/drawingml/2006/main">
            <a:fillRect l="0" t="0" r="0" b="0"/>
          </a:stretch>
        </p:blipFill>
        <p:spPr>
          <a:xfrm xmlns:a="http://schemas.openxmlformats.org/drawingml/2006/main">
            <a:off x="5762625" y="0"/>
            <a:ext cx="6429375"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ABB0E22-6ADE-483A-B7EB-92B3458164CB}"/>
              </a:ext>
            </a:extLst>
          </p:cNvPr>
          <p:cNvSpPr>
            <a:spLocks xmlns:a="http://schemas.openxmlformats.org/drawingml/2006/main" noGrp="1"/>
          </p:cNvSpPr>
          <p:nvPr/>
        </p:nvSpPr>
        <p:spPr>
          <a:xfrm xmlns:a="http://schemas.openxmlformats.org/drawingml/2006/main">
            <a:off x="0" y="0"/>
            <a:ext cx="5762625" cy="6858000"/>
          </a:xfrm>
          <a:prstGeom xmlns:a="http://schemas.openxmlformats.org/drawingml/2006/main" prst="rect">
            <a:avLst/>
          </a:prstGeom>
          <a:solidFill xmlns:a="http://schemas.openxmlformats.org/drawingml/2006/main">
            <a:srgbClr val="153749"/>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2DFFA572-5397-4FC5-8B76-E9C29B1C860A}"/>
              </a:ext>
            </a:extLst>
          </p:cNvPr>
          <p:cNvPicPr>
            <a:picLocks xmlns:a="http://schemas.openxmlformats.org/drawingml/2006/main" noChangeAspect="1"/>
          </p:cNvPicPr>
          <p:nvPr/>
        </p:nvPicPr>
        <p:blipFill>
          <a:blip xmlns:r="http://schemas.openxmlformats.org/officeDocument/2006/relationships" xmlns:a="http://schemas.openxmlformats.org/drawingml/2006/main" r:embed="R9f7f86426edc4b9c"/>
          <a:stretch xmlns:a="http://schemas.openxmlformats.org/drawingml/2006/main"/>
        </p:blipFill>
        <p:spPr>
          <a:xfrm xmlns:a="http://schemas.openxmlformats.org/drawingml/2006/main">
            <a:off x="533400" y="421217"/>
            <a:ext cx="1809750" cy="624417"/>
          </a:xfrm>
          <a:prstGeom xmlns:a="http://schemas.openxmlformats.org/drawingml/2006/main" prst="rect">
            <a:avLst/>
          </a:prstGeom>
        </p:spPr>
      </p:pic>
      <p:sp>
        <p:nvSpPr>
          <p:cNvPr id="6" name="TALLER DEMOSTRATIVO">
            <a:extLst xmlns:a="http://schemas.openxmlformats.org/drawingml/2006/main">
              <a:ext uri="{FF2B5EF4-FFF2-40B4-BE49-F238E27FC236}">
                <a16:creationId xmlns:a16="http://schemas.microsoft.com/office/drawing/2014/main" id="{FEB38A23-FF54-40C3-A6BA-C38B9179F548}"/>
              </a:ext>
            </a:extLst>
          </p:cNvPr>
          <p:cNvSpPr>
            <a:spLocks xmlns:a="http://schemas.openxmlformats.org/drawingml/2006/main" noGrp="1"/>
          </p:cNvSpPr>
          <p:nvPr/>
        </p:nvSpPr>
        <p:spPr>
          <a:xfrm xmlns:a="http://schemas.openxmlformats.org/drawingml/2006/main">
            <a:off x="533400" y="165735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8FD5CA"/>
                </a:solidFill>
                <a:latin typeface="Fira Sans"/>
                <a:ea typeface="Fira Sans"/>
                <a:cs typeface="Fira Sans"/>
              </a:defRPr>
            </a:defPPr>
            <a:lvl1pPr algn="l">
              <a:defRPr sz="1350" b="1">
                <a:solidFill>
                  <a:srgbClr val="8FD5CA"/>
                </a:solidFill>
                <a:latin typeface="Fira Sans"/>
                <a:ea typeface="Fira Sans"/>
                <a:cs typeface="Fira Sans"/>
              </a:defRPr>
            </a:lvl1pPr>
            <a:lvl2pPr algn="l">
              <a:defRPr sz="1350" b="1">
                <a:solidFill>
                  <a:srgbClr val="8FD5CA"/>
                </a:solidFill>
                <a:latin typeface="Fira Sans"/>
                <a:ea typeface="Fira Sans"/>
                <a:cs typeface="Fira Sans"/>
              </a:defRPr>
            </a:lvl2pPr>
            <a:lvl3pPr algn="l">
              <a:defRPr sz="1350" b="1">
                <a:solidFill>
                  <a:srgbClr val="8FD5CA"/>
                </a:solidFill>
                <a:latin typeface="Fira Sans"/>
                <a:ea typeface="Fira Sans"/>
                <a:cs typeface="Fira Sans"/>
              </a:defRPr>
            </a:lvl3pPr>
            <a:lvl4pPr algn="l">
              <a:defRPr sz="1350" b="1">
                <a:solidFill>
                  <a:srgbClr val="8FD5CA"/>
                </a:solidFill>
                <a:latin typeface="Fira Sans"/>
                <a:ea typeface="Fira Sans"/>
                <a:cs typeface="Fira Sans"/>
              </a:defRPr>
            </a:lvl4pPr>
            <a:lvl5pPr algn="l">
              <a:defRPr sz="1350" b="1">
                <a:solidFill>
                  <a:srgbClr val="8FD5CA"/>
                </a:solidFill>
                <a:latin typeface="Fira Sans"/>
                <a:ea typeface="Fira Sans"/>
                <a:cs typeface="Fira Sans"/>
              </a:defRPr>
            </a:lvl5pPr>
            <a:lvl6pPr algn="l">
              <a:defRPr sz="1350" b="1">
                <a:solidFill>
                  <a:srgbClr val="8FD5CA"/>
                </a:solidFill>
                <a:latin typeface="Fira Sans"/>
                <a:ea typeface="Fira Sans"/>
                <a:cs typeface="Fira Sans"/>
              </a:defRPr>
            </a:lvl6pPr>
            <a:lvl7pPr algn="l">
              <a:defRPr sz="1350" b="1">
                <a:solidFill>
                  <a:srgbClr val="8FD5CA"/>
                </a:solidFill>
                <a:latin typeface="Fira Sans"/>
                <a:ea typeface="Fira Sans"/>
                <a:cs typeface="Fira Sans"/>
              </a:defRPr>
            </a:lvl7pPr>
            <a:lvl8pPr algn="l">
              <a:defRPr sz="1350" b="1">
                <a:solidFill>
                  <a:srgbClr val="8FD5CA"/>
                </a:solidFill>
                <a:latin typeface="Fira Sans"/>
                <a:ea typeface="Fira Sans"/>
                <a:cs typeface="Fira Sans"/>
              </a:defRPr>
            </a:lvl8pPr>
            <a:lvl9pPr algn="l">
              <a:defRPr sz="1350" b="1">
                <a:solidFill>
                  <a:srgbClr val="8FD5CA"/>
                </a:solidFill>
                <a:latin typeface="Fira Sans"/>
                <a:ea typeface="Fira Sans"/>
                <a:cs typeface="Fira Sans"/>
              </a:defRPr>
            </a:lvl9pPr>
          </a:lstStyle>
          <a:p xmlns:a="http://schemas.openxmlformats.org/drawingml/2006/main">
            <a:pPr algn="l">
              <a:defRPr sz="1350" b="1">
                <a:solidFill>
                  <a:srgbClr val="8FD5CA"/>
                </a:solidFill>
                <a:latin typeface="Fira Sans"/>
                <a:ea typeface="Fira Sans"/>
                <a:cs typeface="Fira Sans"/>
              </a:defRPr>
            </a:pPr>
            <a:r>
              <a:rPr sz="1350" b="1">
                <a:solidFill>
                  <a:srgbClr val="8FD5CA"/>
                </a:solidFill>
                <a:latin typeface="Fira Sans"/>
                <a:ea typeface="Fira Sans"/>
                <a:cs typeface="Fira Sans"/>
              </a:rPr>
              <a:t>TALLER DEMOSTRATIVO</a:t>
            </a:r>
          </a:p>
        </p:txBody>
      </p:sp>
      <p:sp>
        <p:nvSpPr>
          <p:cNvPr id="7" name="Drones y&#10;agricultura&#10;de precisión">
            <a:extLst xmlns:a="http://schemas.openxmlformats.org/drawingml/2006/main">
              <a:ext uri="{FF2B5EF4-FFF2-40B4-BE49-F238E27FC236}">
                <a16:creationId xmlns:a16="http://schemas.microsoft.com/office/drawing/2014/main" id="{817A625F-7C8F-4C3D-8B38-6671B6C084B1}"/>
              </a:ext>
            </a:extLst>
          </p:cNvPr>
          <p:cNvSpPr>
            <a:spLocks xmlns:a="http://schemas.openxmlformats.org/drawingml/2006/main" noGrp="1"/>
          </p:cNvSpPr>
          <p:nvPr/>
        </p:nvSpPr>
        <p:spPr>
          <a:xfrm xmlns:a="http://schemas.openxmlformats.org/drawingml/2006/main">
            <a:off x="533400" y="2209800"/>
            <a:ext cx="5048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Fira Sans"/>
                <a:ea typeface="Fira Sans"/>
                <a:cs typeface="Fira Sans"/>
              </a:defRPr>
            </a:defPPr>
            <a:lvl1pPr algn="l">
              <a:defRPr sz="4650" b="1">
                <a:solidFill>
                  <a:srgbClr val="FFFFFF"/>
                </a:solidFill>
                <a:latin typeface="Fira Sans"/>
                <a:ea typeface="Fira Sans"/>
                <a:cs typeface="Fira Sans"/>
              </a:defRPr>
            </a:lvl1pPr>
            <a:lvl2pPr algn="l">
              <a:defRPr sz="4650" b="1">
                <a:solidFill>
                  <a:srgbClr val="FFFFFF"/>
                </a:solidFill>
                <a:latin typeface="Fira Sans"/>
                <a:ea typeface="Fira Sans"/>
                <a:cs typeface="Fira Sans"/>
              </a:defRPr>
            </a:lvl2pPr>
            <a:lvl3pPr algn="l">
              <a:defRPr sz="4650" b="1">
                <a:solidFill>
                  <a:srgbClr val="FFFFFF"/>
                </a:solidFill>
                <a:latin typeface="Fira Sans"/>
                <a:ea typeface="Fira Sans"/>
                <a:cs typeface="Fira Sans"/>
              </a:defRPr>
            </a:lvl3pPr>
            <a:lvl4pPr algn="l">
              <a:defRPr sz="4650" b="1">
                <a:solidFill>
                  <a:srgbClr val="FFFFFF"/>
                </a:solidFill>
                <a:latin typeface="Fira Sans"/>
                <a:ea typeface="Fira Sans"/>
                <a:cs typeface="Fira Sans"/>
              </a:defRPr>
            </a:lvl4pPr>
            <a:lvl5pPr algn="l">
              <a:defRPr sz="4650" b="1">
                <a:solidFill>
                  <a:srgbClr val="FFFFFF"/>
                </a:solidFill>
                <a:latin typeface="Fira Sans"/>
                <a:ea typeface="Fira Sans"/>
                <a:cs typeface="Fira Sans"/>
              </a:defRPr>
            </a:lvl5pPr>
            <a:lvl6pPr algn="l">
              <a:defRPr sz="4650" b="1">
                <a:solidFill>
                  <a:srgbClr val="FFFFFF"/>
                </a:solidFill>
                <a:latin typeface="Fira Sans"/>
                <a:ea typeface="Fira Sans"/>
                <a:cs typeface="Fira Sans"/>
              </a:defRPr>
            </a:lvl6pPr>
            <a:lvl7pPr algn="l">
              <a:defRPr sz="4650" b="1">
                <a:solidFill>
                  <a:srgbClr val="FFFFFF"/>
                </a:solidFill>
                <a:latin typeface="Fira Sans"/>
                <a:ea typeface="Fira Sans"/>
                <a:cs typeface="Fira Sans"/>
              </a:defRPr>
            </a:lvl7pPr>
            <a:lvl8pPr algn="l">
              <a:defRPr sz="4650" b="1">
                <a:solidFill>
                  <a:srgbClr val="FFFFFF"/>
                </a:solidFill>
                <a:latin typeface="Fira Sans"/>
                <a:ea typeface="Fira Sans"/>
                <a:cs typeface="Fira Sans"/>
              </a:defRPr>
            </a:lvl8pPr>
            <a:lvl9pPr algn="l">
              <a:defRPr sz="4650" b="1">
                <a:solidFill>
                  <a:srgbClr val="FFFFFF"/>
                </a:solidFill>
                <a:latin typeface="Fira Sans"/>
                <a:ea typeface="Fira Sans"/>
                <a:cs typeface="Fira Sans"/>
              </a:defRPr>
            </a:lvl9pPr>
          </a:lstStyle>
          <a:p xmlns:a="http://schemas.openxmlformats.org/drawingml/2006/main">
            <a:pPr algn="l">
              <a:defRPr sz="4650" b="1">
                <a:solidFill>
                  <a:srgbClr val="FFFFFF"/>
                </a:solidFill>
                <a:latin typeface="Fira Sans"/>
                <a:ea typeface="Fira Sans"/>
                <a:cs typeface="Fira Sans"/>
              </a:defRPr>
            </a:pPr>
            <a:r>
              <a:rPr sz="4650" b="1">
                <a:solidFill>
                  <a:srgbClr val="FFFFFF"/>
                </a:solidFill>
                <a:latin typeface="Fira Sans"/>
                <a:ea typeface="Fira Sans"/>
                <a:cs typeface="Fira Sans"/>
              </a:rPr>
              <a:t>Drones y</a:t>
            </a:r>
          </a:p>
          <a:p xmlns:a="http://schemas.openxmlformats.org/drawingml/2006/main">
            <a:pPr algn="l">
              <a:defRPr sz="4650" b="1">
                <a:solidFill>
                  <a:srgbClr val="FFFFFF"/>
                </a:solidFill>
                <a:latin typeface="Fira Sans"/>
                <a:ea typeface="Fira Sans"/>
                <a:cs typeface="Fira Sans"/>
              </a:defRPr>
            </a:pPr>
            <a:r>
              <a:rPr sz="4650" b="1">
                <a:solidFill>
                  <a:srgbClr val="FFFFFF"/>
                </a:solidFill>
                <a:latin typeface="Fira Sans"/>
                <a:ea typeface="Fira Sans"/>
                <a:cs typeface="Fira Sans"/>
              </a:rPr>
              <a:t>agricultura</a:t>
            </a:r>
          </a:p>
          <a:p xmlns:a="http://schemas.openxmlformats.org/drawingml/2006/main">
            <a:pPr algn="l">
              <a:defRPr sz="4650" b="1">
                <a:solidFill>
                  <a:srgbClr val="FFFFFF"/>
                </a:solidFill>
                <a:latin typeface="Fira Sans"/>
                <a:ea typeface="Fira Sans"/>
                <a:cs typeface="Fira Sans"/>
              </a:defRPr>
            </a:pPr>
            <a:r>
              <a:rPr sz="4650" b="1">
                <a:solidFill>
                  <a:srgbClr val="FFFFFF"/>
                </a:solidFill>
                <a:latin typeface="Fira Sans"/>
                <a:ea typeface="Fira Sans"/>
                <a:cs typeface="Fira Sans"/>
              </a:rPr>
              <a:t>de precisión</a:t>
            </a:r>
          </a:p>
        </p:txBody>
      </p:sp>
      <p:sp>
        <p:nvSpPr>
          <p:cNvPr id="8" name="PIX4Dmatic Pro y PIX4Dfields">
            <a:extLst xmlns:a="http://schemas.openxmlformats.org/drawingml/2006/main">
              <a:ext uri="{FF2B5EF4-FFF2-40B4-BE49-F238E27FC236}">
                <a16:creationId xmlns:a16="http://schemas.microsoft.com/office/drawing/2014/main" id="{30F774CA-69CB-495D-9420-528D32058463}"/>
              </a:ext>
            </a:extLst>
          </p:cNvPr>
          <p:cNvSpPr>
            <a:spLocks xmlns:a="http://schemas.openxmlformats.org/drawingml/2006/main" noGrp="1"/>
          </p:cNvSpPr>
          <p:nvPr/>
        </p:nvSpPr>
        <p:spPr>
          <a:xfrm xmlns:a="http://schemas.openxmlformats.org/drawingml/2006/main">
            <a:off x="533400" y="4857750"/>
            <a:ext cx="485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Fira Sans"/>
                <a:ea typeface="Fira Sans"/>
                <a:cs typeface="Fira Sans"/>
              </a:defRPr>
            </a:defPPr>
            <a:lvl1pPr algn="l">
              <a:defRPr sz="2025" b="0">
                <a:solidFill>
                  <a:srgbClr val="FFFFFF"/>
                </a:solidFill>
                <a:latin typeface="Fira Sans"/>
                <a:ea typeface="Fira Sans"/>
                <a:cs typeface="Fira Sans"/>
              </a:defRPr>
            </a:lvl1pPr>
            <a:lvl2pPr algn="l">
              <a:defRPr sz="2025" b="0">
                <a:solidFill>
                  <a:srgbClr val="FFFFFF"/>
                </a:solidFill>
                <a:latin typeface="Fira Sans"/>
                <a:ea typeface="Fira Sans"/>
                <a:cs typeface="Fira Sans"/>
              </a:defRPr>
            </a:lvl2pPr>
            <a:lvl3pPr algn="l">
              <a:defRPr sz="2025" b="0">
                <a:solidFill>
                  <a:srgbClr val="FFFFFF"/>
                </a:solidFill>
                <a:latin typeface="Fira Sans"/>
                <a:ea typeface="Fira Sans"/>
                <a:cs typeface="Fira Sans"/>
              </a:defRPr>
            </a:lvl3pPr>
            <a:lvl4pPr algn="l">
              <a:defRPr sz="2025" b="0">
                <a:solidFill>
                  <a:srgbClr val="FFFFFF"/>
                </a:solidFill>
                <a:latin typeface="Fira Sans"/>
                <a:ea typeface="Fira Sans"/>
                <a:cs typeface="Fira Sans"/>
              </a:defRPr>
            </a:lvl4pPr>
            <a:lvl5pPr algn="l">
              <a:defRPr sz="2025" b="0">
                <a:solidFill>
                  <a:srgbClr val="FFFFFF"/>
                </a:solidFill>
                <a:latin typeface="Fira Sans"/>
                <a:ea typeface="Fira Sans"/>
                <a:cs typeface="Fira Sans"/>
              </a:defRPr>
            </a:lvl5pPr>
            <a:lvl6pPr algn="l">
              <a:defRPr sz="2025" b="0">
                <a:solidFill>
                  <a:srgbClr val="FFFFFF"/>
                </a:solidFill>
                <a:latin typeface="Fira Sans"/>
                <a:ea typeface="Fira Sans"/>
                <a:cs typeface="Fira Sans"/>
              </a:defRPr>
            </a:lvl6pPr>
            <a:lvl7pPr algn="l">
              <a:defRPr sz="2025" b="0">
                <a:solidFill>
                  <a:srgbClr val="FFFFFF"/>
                </a:solidFill>
                <a:latin typeface="Fira Sans"/>
                <a:ea typeface="Fira Sans"/>
                <a:cs typeface="Fira Sans"/>
              </a:defRPr>
            </a:lvl7pPr>
            <a:lvl8pPr algn="l">
              <a:defRPr sz="2025" b="0">
                <a:solidFill>
                  <a:srgbClr val="FFFFFF"/>
                </a:solidFill>
                <a:latin typeface="Fira Sans"/>
                <a:ea typeface="Fira Sans"/>
                <a:cs typeface="Fira Sans"/>
              </a:defRPr>
            </a:lvl8pPr>
            <a:lvl9pPr algn="l">
              <a:defRPr sz="2025" b="0">
                <a:solidFill>
                  <a:srgbClr val="FFFFFF"/>
                </a:solidFill>
                <a:latin typeface="Fira Sans"/>
                <a:ea typeface="Fira Sans"/>
                <a:cs typeface="Fira Sans"/>
              </a:defRPr>
            </a:lvl9pPr>
          </a:lstStyle>
          <a:p xmlns:a="http://schemas.openxmlformats.org/drawingml/2006/main">
            <a:pPr algn="l">
              <a:defRPr sz="2025" b="0">
                <a:solidFill>
                  <a:srgbClr val="FFFFFF"/>
                </a:solidFill>
                <a:latin typeface="Fira Sans"/>
                <a:ea typeface="Fira Sans"/>
                <a:cs typeface="Fira Sans"/>
              </a:defRPr>
            </a:pPr>
            <a:r>
              <a:rPr sz="2025" b="0">
                <a:solidFill>
                  <a:srgbClr val="FFFFFF"/>
                </a:solidFill>
                <a:latin typeface="Fira Sans"/>
                <a:ea typeface="Fira Sans"/>
                <a:cs typeface="Fira Sans"/>
              </a:rPr>
              <a:t>PIX4Dmatic Pro y PIX4Dfields</a:t>
            </a:r>
          </a:p>
        </p:txBody>
      </p:sp>
      <p:sp>
        <p:nvSpPr>
          <p:cNvPr id="9" name="Universidad Técnica Nacional&#10;Administración Agroindustrial">
            <a:extLst xmlns:a="http://schemas.openxmlformats.org/drawingml/2006/main">
              <a:ext uri="{FF2B5EF4-FFF2-40B4-BE49-F238E27FC236}">
                <a16:creationId xmlns:a16="http://schemas.microsoft.com/office/drawing/2014/main" id="{2C1A6FE0-0301-4E57-8F70-890BDDEFC4D9}"/>
              </a:ext>
            </a:extLst>
          </p:cNvPr>
          <p:cNvSpPr>
            <a:spLocks xmlns:a="http://schemas.openxmlformats.org/drawingml/2006/main" noGrp="1"/>
          </p:cNvSpPr>
          <p:nvPr/>
        </p:nvSpPr>
        <p:spPr>
          <a:xfrm xmlns:a="http://schemas.openxmlformats.org/drawingml/2006/main">
            <a:off x="533400" y="5572125"/>
            <a:ext cx="4857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D4E4E7"/>
                </a:solidFill>
                <a:latin typeface="Fira Sans"/>
                <a:ea typeface="Fira Sans"/>
                <a:cs typeface="Fira Sans"/>
              </a:defRPr>
            </a:defPPr>
            <a:lvl1pPr algn="l">
              <a:defRPr sz="1650" b="0">
                <a:solidFill>
                  <a:srgbClr val="D4E4E7"/>
                </a:solidFill>
                <a:latin typeface="Fira Sans"/>
                <a:ea typeface="Fira Sans"/>
                <a:cs typeface="Fira Sans"/>
              </a:defRPr>
            </a:lvl1pPr>
            <a:lvl2pPr algn="l">
              <a:defRPr sz="1650" b="0">
                <a:solidFill>
                  <a:srgbClr val="D4E4E7"/>
                </a:solidFill>
                <a:latin typeface="Fira Sans"/>
                <a:ea typeface="Fira Sans"/>
                <a:cs typeface="Fira Sans"/>
              </a:defRPr>
            </a:lvl2pPr>
            <a:lvl3pPr algn="l">
              <a:defRPr sz="1650" b="0">
                <a:solidFill>
                  <a:srgbClr val="D4E4E7"/>
                </a:solidFill>
                <a:latin typeface="Fira Sans"/>
                <a:ea typeface="Fira Sans"/>
                <a:cs typeface="Fira Sans"/>
              </a:defRPr>
            </a:lvl3pPr>
            <a:lvl4pPr algn="l">
              <a:defRPr sz="1650" b="0">
                <a:solidFill>
                  <a:srgbClr val="D4E4E7"/>
                </a:solidFill>
                <a:latin typeface="Fira Sans"/>
                <a:ea typeface="Fira Sans"/>
                <a:cs typeface="Fira Sans"/>
              </a:defRPr>
            </a:lvl4pPr>
            <a:lvl5pPr algn="l">
              <a:defRPr sz="1650" b="0">
                <a:solidFill>
                  <a:srgbClr val="D4E4E7"/>
                </a:solidFill>
                <a:latin typeface="Fira Sans"/>
                <a:ea typeface="Fira Sans"/>
                <a:cs typeface="Fira Sans"/>
              </a:defRPr>
            </a:lvl5pPr>
            <a:lvl6pPr algn="l">
              <a:defRPr sz="1650" b="0">
                <a:solidFill>
                  <a:srgbClr val="D4E4E7"/>
                </a:solidFill>
                <a:latin typeface="Fira Sans"/>
                <a:ea typeface="Fira Sans"/>
                <a:cs typeface="Fira Sans"/>
              </a:defRPr>
            </a:lvl6pPr>
            <a:lvl7pPr algn="l">
              <a:defRPr sz="1650" b="0">
                <a:solidFill>
                  <a:srgbClr val="D4E4E7"/>
                </a:solidFill>
                <a:latin typeface="Fira Sans"/>
                <a:ea typeface="Fira Sans"/>
                <a:cs typeface="Fira Sans"/>
              </a:defRPr>
            </a:lvl7pPr>
            <a:lvl8pPr algn="l">
              <a:defRPr sz="1650" b="0">
                <a:solidFill>
                  <a:srgbClr val="D4E4E7"/>
                </a:solidFill>
                <a:latin typeface="Fira Sans"/>
                <a:ea typeface="Fira Sans"/>
                <a:cs typeface="Fira Sans"/>
              </a:defRPr>
            </a:lvl8pPr>
            <a:lvl9pPr algn="l">
              <a:defRPr sz="1650" b="0">
                <a:solidFill>
                  <a:srgbClr val="D4E4E7"/>
                </a:solidFill>
                <a:latin typeface="Fira Sans"/>
                <a:ea typeface="Fira Sans"/>
                <a:cs typeface="Fira Sans"/>
              </a:defRPr>
            </a:lvl9pPr>
          </a:lstStyle>
          <a:p xmlns:a="http://schemas.openxmlformats.org/drawingml/2006/main">
            <a:pPr algn="l">
              <a:defRPr sz="1650" b="0">
                <a:solidFill>
                  <a:srgbClr val="D4E4E7"/>
                </a:solidFill>
                <a:latin typeface="Fira Sans"/>
                <a:ea typeface="Fira Sans"/>
                <a:cs typeface="Fira Sans"/>
              </a:defRPr>
            </a:pPr>
            <a:r>
              <a:rPr sz="1650" b="0">
                <a:solidFill>
                  <a:srgbClr val="D4E4E7"/>
                </a:solidFill>
                <a:latin typeface="Fira Sans"/>
                <a:ea typeface="Fira Sans"/>
                <a:cs typeface="Fira Sans"/>
              </a:rPr>
              <a:t>Universidad Técnica Nacional</a:t>
            </a:r>
          </a:p>
          <a:p xmlns:a="http://schemas.openxmlformats.org/drawingml/2006/main">
            <a:pPr algn="l">
              <a:defRPr sz="1650" b="0">
                <a:solidFill>
                  <a:srgbClr val="D4E4E7"/>
                </a:solidFill>
                <a:latin typeface="Fira Sans"/>
                <a:ea typeface="Fira Sans"/>
                <a:cs typeface="Fira Sans"/>
              </a:defRPr>
            </a:pPr>
            <a:r>
              <a:rPr sz="1650" b="0">
                <a:solidFill>
                  <a:srgbClr val="D4E4E7"/>
                </a:solidFill>
                <a:latin typeface="Fira Sans"/>
                <a:ea typeface="Fira Sans"/>
                <a:cs typeface="Fira Sans"/>
              </a:rPr>
              <a:t>Administración Agroindustrial</a:t>
            </a:r>
          </a:p>
        </p:txBody>
      </p:sp>
      <p:sp>
        <p:nvSpPr>
          <p:cNvPr id="10" name="Ortomosaico oficial. Courtesy of PIX4D / pix4d.com">
            <a:extLst xmlns:a="http://schemas.openxmlformats.org/drawingml/2006/main">
              <a:ext uri="{FF2B5EF4-FFF2-40B4-BE49-F238E27FC236}">
                <a16:creationId xmlns:a16="http://schemas.microsoft.com/office/drawing/2014/main" id="{249173D7-19AA-491A-B93A-FC49CC0397EB}"/>
              </a:ext>
            </a:extLst>
          </p:cNvPr>
          <p:cNvSpPr>
            <a:spLocks xmlns:a="http://schemas.openxmlformats.org/drawingml/2006/main" noGrp="1"/>
          </p:cNvSpPr>
          <p:nvPr/>
        </p:nvSpPr>
        <p:spPr>
          <a:xfrm xmlns:a="http://schemas.openxmlformats.org/drawingml/2006/main">
            <a:off x="6191250" y="63722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C7DADD"/>
                </a:solidFill>
                <a:latin typeface="Fira Sans"/>
                <a:ea typeface="Fira Sans"/>
                <a:cs typeface="Fira Sans"/>
              </a:defRPr>
            </a:defPPr>
            <a:lvl1pPr algn="l">
              <a:defRPr sz="975" b="0">
                <a:solidFill>
                  <a:srgbClr val="C7DADD"/>
                </a:solidFill>
                <a:latin typeface="Fira Sans"/>
                <a:ea typeface="Fira Sans"/>
                <a:cs typeface="Fira Sans"/>
              </a:defRPr>
            </a:lvl1pPr>
            <a:lvl2pPr algn="l">
              <a:defRPr sz="975" b="0">
                <a:solidFill>
                  <a:srgbClr val="C7DADD"/>
                </a:solidFill>
                <a:latin typeface="Fira Sans"/>
                <a:ea typeface="Fira Sans"/>
                <a:cs typeface="Fira Sans"/>
              </a:defRPr>
            </a:lvl2pPr>
            <a:lvl3pPr algn="l">
              <a:defRPr sz="975" b="0">
                <a:solidFill>
                  <a:srgbClr val="C7DADD"/>
                </a:solidFill>
                <a:latin typeface="Fira Sans"/>
                <a:ea typeface="Fira Sans"/>
                <a:cs typeface="Fira Sans"/>
              </a:defRPr>
            </a:lvl3pPr>
            <a:lvl4pPr algn="l">
              <a:defRPr sz="975" b="0">
                <a:solidFill>
                  <a:srgbClr val="C7DADD"/>
                </a:solidFill>
                <a:latin typeface="Fira Sans"/>
                <a:ea typeface="Fira Sans"/>
                <a:cs typeface="Fira Sans"/>
              </a:defRPr>
            </a:lvl4pPr>
            <a:lvl5pPr algn="l">
              <a:defRPr sz="975" b="0">
                <a:solidFill>
                  <a:srgbClr val="C7DADD"/>
                </a:solidFill>
                <a:latin typeface="Fira Sans"/>
                <a:ea typeface="Fira Sans"/>
                <a:cs typeface="Fira Sans"/>
              </a:defRPr>
            </a:lvl5pPr>
            <a:lvl6pPr algn="l">
              <a:defRPr sz="975" b="0">
                <a:solidFill>
                  <a:srgbClr val="C7DADD"/>
                </a:solidFill>
                <a:latin typeface="Fira Sans"/>
                <a:ea typeface="Fira Sans"/>
                <a:cs typeface="Fira Sans"/>
              </a:defRPr>
            </a:lvl6pPr>
            <a:lvl7pPr algn="l">
              <a:defRPr sz="975" b="0">
                <a:solidFill>
                  <a:srgbClr val="C7DADD"/>
                </a:solidFill>
                <a:latin typeface="Fira Sans"/>
                <a:ea typeface="Fira Sans"/>
                <a:cs typeface="Fira Sans"/>
              </a:defRPr>
            </a:lvl7pPr>
            <a:lvl8pPr algn="l">
              <a:defRPr sz="975" b="0">
                <a:solidFill>
                  <a:srgbClr val="C7DADD"/>
                </a:solidFill>
                <a:latin typeface="Fira Sans"/>
                <a:ea typeface="Fira Sans"/>
                <a:cs typeface="Fira Sans"/>
              </a:defRPr>
            </a:lvl8pPr>
            <a:lvl9pPr algn="l">
              <a:defRPr sz="975" b="0">
                <a:solidFill>
                  <a:srgbClr val="C7DADD"/>
                </a:solidFill>
                <a:latin typeface="Fira Sans"/>
                <a:ea typeface="Fira Sans"/>
                <a:cs typeface="Fira Sans"/>
              </a:defRPr>
            </a:lvl9pPr>
          </a:lstStyle>
          <a:p xmlns:a="http://schemas.openxmlformats.org/drawingml/2006/main">
            <a:pPr algn="l">
              <a:defRPr sz="975" b="0">
                <a:solidFill>
                  <a:srgbClr val="C7DADD"/>
                </a:solidFill>
                <a:latin typeface="Fira Sans"/>
                <a:ea typeface="Fira Sans"/>
                <a:cs typeface="Fira Sans"/>
              </a:defRPr>
            </a:pPr>
            <a:r>
              <a:rPr sz="975" b="0">
                <a:solidFill>
                  <a:srgbClr val="C7DADD"/>
                </a:solidFill>
                <a:latin typeface="Fira Sans"/>
                <a:ea typeface="Fira Sans"/>
                <a:cs typeface="Fira Sans"/>
                <a:hlinkClick xmlns:ns0="http://schemas.openxmlformats.org/officeDocument/2006/relationships" ns0:id="rIdPix4DCredit"/>
              </a:rPr>
              <a:t>Ortomosaico oficial. Courtesy of PIX4D / pix4d.com</a:t>
            </a:r>
          </a:p>
        </p:txBody>
      </p:sp>
    </p:spTree>
    <p:extLst>
      <p:ext uri="{BB962C8B-B14F-4D97-AF65-F5344CB8AC3E}">
        <p14:creationId xmlns:p14="http://schemas.microsoft.com/office/powerpoint/2010/main" val="11963278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El mapa responde a una decisión">
            <a:extLst xmlns:a="http://schemas.openxmlformats.org/drawingml/2006/main">
              <a:ext uri="{FF2B5EF4-FFF2-40B4-BE49-F238E27FC236}">
                <a16:creationId xmlns:a16="http://schemas.microsoft.com/office/drawing/2014/main" id="{43D5FAF6-7510-4370-812E-A7B6B8627721}"/>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El mapa responde a una decisión</a:t>
            </a:r>
          </a:p>
        </p:txBody>
      </p:sp>
      <p:pic>
        <p:nvPicPr>
          <p:cNvPr id="2" name="">
            <a:extLst xmlns:a="http://schemas.openxmlformats.org/drawingml/2006/main">
              <a:ext uri="{FF2B5EF4-FFF2-40B4-BE49-F238E27FC236}">
                <a16:creationId xmlns:a16="http://schemas.microsoft.com/office/drawing/2014/main" id="{059EA8C1-896B-46D9-A2E9-806EA56B6E04}"/>
              </a:ext>
            </a:extLst>
          </p:cNvPr>
          <p:cNvPicPr>
            <a:picLocks xmlns:a="http://schemas.openxmlformats.org/drawingml/2006/main" noChangeAspect="1"/>
          </p:cNvPicPr>
          <p:nvPr/>
        </p:nvPicPr>
        <p:blipFill>
          <a:blip xmlns:r="http://schemas.openxmlformats.org/officeDocument/2006/relationships" xmlns:a="http://schemas.openxmlformats.org/drawingml/2006/main" r:embed="Rda3a0c1d1fc64cbe"/>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391B21E0-65D6-4F6F-8FAC-D8EA3E890941}"/>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02">
            <a:extLst xmlns:a="http://schemas.openxmlformats.org/drawingml/2006/main">
              <a:ext uri="{FF2B5EF4-FFF2-40B4-BE49-F238E27FC236}">
                <a16:creationId xmlns:a16="http://schemas.microsoft.com/office/drawing/2014/main" id="{7DB23C7E-7BE8-4E7F-A8D1-C7D0C298B45F}"/>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02</a:t>
            </a:r>
          </a:p>
        </p:txBody>
      </p:sp>
      <p:sp>
        <p:nvSpPr>
          <p:cNvPr id="5" name="01">
            <a:extLst xmlns:a="http://schemas.openxmlformats.org/drawingml/2006/main">
              <a:ext uri="{FF2B5EF4-FFF2-40B4-BE49-F238E27FC236}">
                <a16:creationId xmlns:a16="http://schemas.microsoft.com/office/drawing/2014/main" id="{4E7616CF-260F-4ACC-89E0-D61A70AC195F}"/>
              </a:ext>
            </a:extLst>
          </p:cNvPr>
          <p:cNvSpPr>
            <a:spLocks xmlns:a="http://schemas.openxmlformats.org/drawingml/2006/main" noGrp="1"/>
          </p:cNvSpPr>
          <p:nvPr/>
        </p:nvSpPr>
        <p:spPr>
          <a:xfrm xmlns:a="http://schemas.openxmlformats.org/drawingml/2006/main">
            <a:off x="533400" y="2247900"/>
            <a:ext cx="2333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01</a:t>
            </a:r>
          </a:p>
        </p:txBody>
      </p:sp>
      <p:sp>
        <p:nvSpPr>
          <p:cNvPr id="6" name="Problema">
            <a:extLst xmlns:a="http://schemas.openxmlformats.org/drawingml/2006/main">
              <a:ext uri="{FF2B5EF4-FFF2-40B4-BE49-F238E27FC236}">
                <a16:creationId xmlns:a16="http://schemas.microsoft.com/office/drawing/2014/main" id="{B9FECC29-6654-42E3-B879-B67EB5C9A852}"/>
              </a:ext>
            </a:extLst>
          </p:cNvPr>
          <p:cNvSpPr>
            <a:spLocks xmlns:a="http://schemas.openxmlformats.org/drawingml/2006/main" noGrp="1"/>
          </p:cNvSpPr>
          <p:nvPr/>
        </p:nvSpPr>
        <p:spPr>
          <a:xfrm xmlns:a="http://schemas.openxmlformats.org/drawingml/2006/main">
            <a:off x="533400" y="2990850"/>
            <a:ext cx="2333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Problema</a:t>
            </a:r>
          </a:p>
        </p:txBody>
      </p:sp>
      <p:sp>
        <p:nvSpPr>
          <p:cNvPr id="7" name="¿Qué necesita conocer&#10;la administración?">
            <a:extLst xmlns:a="http://schemas.openxmlformats.org/drawingml/2006/main">
              <a:ext uri="{FF2B5EF4-FFF2-40B4-BE49-F238E27FC236}">
                <a16:creationId xmlns:a16="http://schemas.microsoft.com/office/drawing/2014/main" id="{CB05EFA2-4FF6-4035-A569-F38FA1E7DF55}"/>
              </a:ext>
            </a:extLst>
          </p:cNvPr>
          <p:cNvSpPr>
            <a:spLocks xmlns:a="http://schemas.openxmlformats.org/drawingml/2006/main" noGrp="1"/>
          </p:cNvSpPr>
          <p:nvPr/>
        </p:nvSpPr>
        <p:spPr>
          <a:xfrm xmlns:a="http://schemas.openxmlformats.org/drawingml/2006/main">
            <a:off x="533400" y="3810000"/>
            <a:ext cx="23336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¿Qué necesita conocer</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la administración?</a:t>
            </a:r>
          </a:p>
        </p:txBody>
      </p:sp>
      <p:sp>
        <p:nvSpPr>
          <p:cNvPr id="8" name="">
            <a:extLst xmlns:a="http://schemas.openxmlformats.org/drawingml/2006/main">
              <a:ext uri="{FF2B5EF4-FFF2-40B4-BE49-F238E27FC236}">
                <a16:creationId xmlns:a16="http://schemas.microsoft.com/office/drawing/2014/main" id="{C2EDD38E-6A92-4A47-9CDD-873BB03E6247}"/>
              </a:ext>
            </a:extLst>
          </p:cNvPr>
          <p:cNvSpPr>
            <a:spLocks xmlns:a="http://schemas.openxmlformats.org/drawingml/2006/main" noGrp="1"/>
          </p:cNvSpPr>
          <p:nvPr/>
        </p:nvSpPr>
        <p:spPr>
          <a:xfrm xmlns:a="http://schemas.openxmlformats.org/drawingml/2006/main">
            <a:off x="2876550" y="258127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23813">
            <a:solidFill>
              <a:srgbClr val="008F8A"/>
            </a:solidFill>
            <a:prstDash val="solid"/>
          </a:ln>
        </p:spPr>
      </p:sp>
      <p:sp>
        <p:nvSpPr>
          <p:cNvPr id="9" name="">
            <a:extLst xmlns:a="http://schemas.openxmlformats.org/drawingml/2006/main">
              <a:ext uri="{FF2B5EF4-FFF2-40B4-BE49-F238E27FC236}">
                <a16:creationId xmlns:a16="http://schemas.microsoft.com/office/drawing/2014/main" id="{E4C8341E-F6CB-4639-8C76-665D8ED618CB}"/>
              </a:ext>
            </a:extLst>
          </p:cNvPr>
          <p:cNvSpPr>
            <a:spLocks xmlns:a="http://schemas.openxmlformats.org/drawingml/2006/main" noGrp="1"/>
          </p:cNvSpPr>
          <p:nvPr/>
        </p:nvSpPr>
        <p:spPr>
          <a:xfrm xmlns:a="http://schemas.openxmlformats.org/drawingml/2006/main">
            <a:off x="3124200" y="252412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0" name="02">
            <a:extLst xmlns:a="http://schemas.openxmlformats.org/drawingml/2006/main">
              <a:ext uri="{FF2B5EF4-FFF2-40B4-BE49-F238E27FC236}">
                <a16:creationId xmlns:a16="http://schemas.microsoft.com/office/drawing/2014/main" id="{366C3296-AD9A-42E1-9345-ABA9B4DB35B6}"/>
              </a:ext>
            </a:extLst>
          </p:cNvPr>
          <p:cNvSpPr>
            <a:spLocks xmlns:a="http://schemas.openxmlformats.org/drawingml/2006/main" noGrp="1"/>
          </p:cNvSpPr>
          <p:nvPr/>
        </p:nvSpPr>
        <p:spPr>
          <a:xfrm xmlns:a="http://schemas.openxmlformats.org/drawingml/2006/main">
            <a:off x="3429000" y="2247900"/>
            <a:ext cx="2333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02</a:t>
            </a:r>
          </a:p>
        </p:txBody>
      </p:sp>
      <p:sp>
        <p:nvSpPr>
          <p:cNvPr id="11" name="Producto">
            <a:extLst xmlns:a="http://schemas.openxmlformats.org/drawingml/2006/main">
              <a:ext uri="{FF2B5EF4-FFF2-40B4-BE49-F238E27FC236}">
                <a16:creationId xmlns:a16="http://schemas.microsoft.com/office/drawing/2014/main" id="{E4415D80-A969-4225-8935-E741EF08C313}"/>
              </a:ext>
            </a:extLst>
          </p:cNvPr>
          <p:cNvSpPr>
            <a:spLocks xmlns:a="http://schemas.openxmlformats.org/drawingml/2006/main" noGrp="1"/>
          </p:cNvSpPr>
          <p:nvPr/>
        </p:nvSpPr>
        <p:spPr>
          <a:xfrm xmlns:a="http://schemas.openxmlformats.org/drawingml/2006/main">
            <a:off x="3429000" y="2990850"/>
            <a:ext cx="2333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Producto</a:t>
            </a:r>
          </a:p>
        </p:txBody>
      </p:sp>
      <p:sp>
        <p:nvSpPr>
          <p:cNvPr id="12" name="¿Qué información&#10;debe entregar el mapa?">
            <a:extLst xmlns:a="http://schemas.openxmlformats.org/drawingml/2006/main">
              <a:ext uri="{FF2B5EF4-FFF2-40B4-BE49-F238E27FC236}">
                <a16:creationId xmlns:a16="http://schemas.microsoft.com/office/drawing/2014/main" id="{BF2C2689-35A9-4265-A0C8-F8F82D31875B}"/>
              </a:ext>
            </a:extLst>
          </p:cNvPr>
          <p:cNvSpPr>
            <a:spLocks xmlns:a="http://schemas.openxmlformats.org/drawingml/2006/main" noGrp="1"/>
          </p:cNvSpPr>
          <p:nvPr/>
        </p:nvSpPr>
        <p:spPr>
          <a:xfrm xmlns:a="http://schemas.openxmlformats.org/drawingml/2006/main">
            <a:off x="3429000" y="3810000"/>
            <a:ext cx="23336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¿Qué información</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debe entregar el mapa?</a:t>
            </a:r>
          </a:p>
        </p:txBody>
      </p:sp>
      <p:sp>
        <p:nvSpPr>
          <p:cNvPr id="13" name="">
            <a:extLst xmlns:a="http://schemas.openxmlformats.org/drawingml/2006/main">
              <a:ext uri="{FF2B5EF4-FFF2-40B4-BE49-F238E27FC236}">
                <a16:creationId xmlns:a16="http://schemas.microsoft.com/office/drawing/2014/main" id="{E7198FC3-7574-4D40-A508-2309EF4E23CD}"/>
              </a:ext>
            </a:extLst>
          </p:cNvPr>
          <p:cNvSpPr>
            <a:spLocks xmlns:a="http://schemas.openxmlformats.org/drawingml/2006/main" noGrp="1"/>
          </p:cNvSpPr>
          <p:nvPr/>
        </p:nvSpPr>
        <p:spPr>
          <a:xfrm xmlns:a="http://schemas.openxmlformats.org/drawingml/2006/main">
            <a:off x="5772150" y="258127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23813">
            <a:solidFill>
              <a:srgbClr val="008F8A"/>
            </a:solidFill>
            <a:prstDash val="solid"/>
          </a:ln>
        </p:spPr>
      </p:sp>
      <p:sp>
        <p:nvSpPr>
          <p:cNvPr id="14" name="">
            <a:extLst xmlns:a="http://schemas.openxmlformats.org/drawingml/2006/main">
              <a:ext uri="{FF2B5EF4-FFF2-40B4-BE49-F238E27FC236}">
                <a16:creationId xmlns:a16="http://schemas.microsoft.com/office/drawing/2014/main" id="{91A1BC1F-4943-4431-B8CF-7AE8D836D241}"/>
              </a:ext>
            </a:extLst>
          </p:cNvPr>
          <p:cNvSpPr>
            <a:spLocks xmlns:a="http://schemas.openxmlformats.org/drawingml/2006/main" noGrp="1"/>
          </p:cNvSpPr>
          <p:nvPr/>
        </p:nvSpPr>
        <p:spPr>
          <a:xfrm xmlns:a="http://schemas.openxmlformats.org/drawingml/2006/main">
            <a:off x="6019800" y="252412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5" name="03">
            <a:extLst xmlns:a="http://schemas.openxmlformats.org/drawingml/2006/main">
              <a:ext uri="{FF2B5EF4-FFF2-40B4-BE49-F238E27FC236}">
                <a16:creationId xmlns:a16="http://schemas.microsoft.com/office/drawing/2014/main" id="{ACDD1826-1664-4011-8BDC-D334BCBBD977}"/>
              </a:ext>
            </a:extLst>
          </p:cNvPr>
          <p:cNvSpPr>
            <a:spLocks xmlns:a="http://schemas.openxmlformats.org/drawingml/2006/main" noGrp="1"/>
          </p:cNvSpPr>
          <p:nvPr/>
        </p:nvSpPr>
        <p:spPr>
          <a:xfrm xmlns:a="http://schemas.openxmlformats.org/drawingml/2006/main">
            <a:off x="6324600" y="2247900"/>
            <a:ext cx="2333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03</a:t>
            </a:r>
          </a:p>
        </p:txBody>
      </p:sp>
      <p:sp>
        <p:nvSpPr>
          <p:cNvPr id="16" name="Comprobación">
            <a:extLst xmlns:a="http://schemas.openxmlformats.org/drawingml/2006/main">
              <a:ext uri="{FF2B5EF4-FFF2-40B4-BE49-F238E27FC236}">
                <a16:creationId xmlns:a16="http://schemas.microsoft.com/office/drawing/2014/main" id="{90BFB482-AFFA-47DF-9DB4-8E9EC813EE0B}"/>
              </a:ext>
            </a:extLst>
          </p:cNvPr>
          <p:cNvSpPr>
            <a:spLocks xmlns:a="http://schemas.openxmlformats.org/drawingml/2006/main" noGrp="1"/>
          </p:cNvSpPr>
          <p:nvPr/>
        </p:nvSpPr>
        <p:spPr>
          <a:xfrm xmlns:a="http://schemas.openxmlformats.org/drawingml/2006/main">
            <a:off x="6324600" y="2990850"/>
            <a:ext cx="2333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Comprobación</a:t>
            </a:r>
          </a:p>
        </p:txBody>
      </p:sp>
      <p:sp>
        <p:nvSpPr>
          <p:cNvPr id="17" name="¿Cómo se revisará&#10;en campo?">
            <a:extLst xmlns:a="http://schemas.openxmlformats.org/drawingml/2006/main">
              <a:ext uri="{FF2B5EF4-FFF2-40B4-BE49-F238E27FC236}">
                <a16:creationId xmlns:a16="http://schemas.microsoft.com/office/drawing/2014/main" id="{E7A50786-AB60-464E-9817-5C51E8429CB4}"/>
              </a:ext>
            </a:extLst>
          </p:cNvPr>
          <p:cNvSpPr>
            <a:spLocks xmlns:a="http://schemas.openxmlformats.org/drawingml/2006/main" noGrp="1"/>
          </p:cNvSpPr>
          <p:nvPr/>
        </p:nvSpPr>
        <p:spPr>
          <a:xfrm xmlns:a="http://schemas.openxmlformats.org/drawingml/2006/main">
            <a:off x="6324600" y="3810000"/>
            <a:ext cx="23336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¿Cómo se revisará</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en campo?</a:t>
            </a:r>
          </a:p>
        </p:txBody>
      </p:sp>
      <p:sp>
        <p:nvSpPr>
          <p:cNvPr id="18" name="">
            <a:extLst xmlns:a="http://schemas.openxmlformats.org/drawingml/2006/main">
              <a:ext uri="{FF2B5EF4-FFF2-40B4-BE49-F238E27FC236}">
                <a16:creationId xmlns:a16="http://schemas.microsoft.com/office/drawing/2014/main" id="{E3F52FDA-B197-4F03-9F37-A26A4037BEB2}"/>
              </a:ext>
            </a:extLst>
          </p:cNvPr>
          <p:cNvSpPr>
            <a:spLocks xmlns:a="http://schemas.openxmlformats.org/drawingml/2006/main" noGrp="1"/>
          </p:cNvSpPr>
          <p:nvPr/>
        </p:nvSpPr>
        <p:spPr>
          <a:xfrm xmlns:a="http://schemas.openxmlformats.org/drawingml/2006/main">
            <a:off x="8667750" y="258127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23813">
            <a:solidFill>
              <a:srgbClr val="008F8A"/>
            </a:solidFill>
            <a:prstDash val="solid"/>
          </a:ln>
        </p:spPr>
      </p:sp>
      <p:sp>
        <p:nvSpPr>
          <p:cNvPr id="19" name="">
            <a:extLst xmlns:a="http://schemas.openxmlformats.org/drawingml/2006/main">
              <a:ext uri="{FF2B5EF4-FFF2-40B4-BE49-F238E27FC236}">
                <a16:creationId xmlns:a16="http://schemas.microsoft.com/office/drawing/2014/main" id="{751A7720-9E51-4C86-89B9-A50CC2364C6F}"/>
              </a:ext>
            </a:extLst>
          </p:cNvPr>
          <p:cNvSpPr>
            <a:spLocks xmlns:a="http://schemas.openxmlformats.org/drawingml/2006/main" noGrp="1"/>
          </p:cNvSpPr>
          <p:nvPr/>
        </p:nvSpPr>
        <p:spPr>
          <a:xfrm xmlns:a="http://schemas.openxmlformats.org/drawingml/2006/main">
            <a:off x="8915400" y="252412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20" name="04">
            <a:extLst xmlns:a="http://schemas.openxmlformats.org/drawingml/2006/main">
              <a:ext uri="{FF2B5EF4-FFF2-40B4-BE49-F238E27FC236}">
                <a16:creationId xmlns:a16="http://schemas.microsoft.com/office/drawing/2014/main" id="{2E4A7224-2F4F-462F-A41E-5767517E0E95}"/>
              </a:ext>
            </a:extLst>
          </p:cNvPr>
          <p:cNvSpPr>
            <a:spLocks xmlns:a="http://schemas.openxmlformats.org/drawingml/2006/main" noGrp="1"/>
          </p:cNvSpPr>
          <p:nvPr/>
        </p:nvSpPr>
        <p:spPr>
          <a:xfrm xmlns:a="http://schemas.openxmlformats.org/drawingml/2006/main">
            <a:off x="9220200" y="2247900"/>
            <a:ext cx="2333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04</a:t>
            </a:r>
          </a:p>
        </p:txBody>
      </p:sp>
      <p:sp>
        <p:nvSpPr>
          <p:cNvPr id="21" name="Decisión">
            <a:extLst xmlns:a="http://schemas.openxmlformats.org/drawingml/2006/main">
              <a:ext uri="{FF2B5EF4-FFF2-40B4-BE49-F238E27FC236}">
                <a16:creationId xmlns:a16="http://schemas.microsoft.com/office/drawing/2014/main" id="{D595B255-5D7C-44BE-A50A-B4D9C2FAFF94}"/>
              </a:ext>
            </a:extLst>
          </p:cNvPr>
          <p:cNvSpPr>
            <a:spLocks xmlns:a="http://schemas.openxmlformats.org/drawingml/2006/main" noGrp="1"/>
          </p:cNvSpPr>
          <p:nvPr/>
        </p:nvSpPr>
        <p:spPr>
          <a:xfrm xmlns:a="http://schemas.openxmlformats.org/drawingml/2006/main">
            <a:off x="9220200" y="2990850"/>
            <a:ext cx="2333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Decisión</a:t>
            </a:r>
          </a:p>
        </p:txBody>
      </p:sp>
      <p:sp>
        <p:nvSpPr>
          <p:cNvPr id="22" name="¿Quién actuará y&#10;cómo medirá el efecto?">
            <a:extLst xmlns:a="http://schemas.openxmlformats.org/drawingml/2006/main">
              <a:ext uri="{FF2B5EF4-FFF2-40B4-BE49-F238E27FC236}">
                <a16:creationId xmlns:a16="http://schemas.microsoft.com/office/drawing/2014/main" id="{E2D19CFF-A75C-410F-A12A-8BB036A01F40}"/>
              </a:ext>
            </a:extLst>
          </p:cNvPr>
          <p:cNvSpPr>
            <a:spLocks xmlns:a="http://schemas.openxmlformats.org/drawingml/2006/main" noGrp="1"/>
          </p:cNvSpPr>
          <p:nvPr/>
        </p:nvSpPr>
        <p:spPr>
          <a:xfrm xmlns:a="http://schemas.openxmlformats.org/drawingml/2006/main">
            <a:off x="9220200" y="3810000"/>
            <a:ext cx="23336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¿Quién actuará y</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cómo medirá el efecto?</a:t>
            </a:r>
          </a:p>
        </p:txBody>
      </p:sp>
      <p:sp>
        <p:nvSpPr>
          <p:cNvPr id="23" name="Alcance: reconocer procesos, interpretar resultados y evalua">
            <a:extLst xmlns:a="http://schemas.openxmlformats.org/drawingml/2006/main">
              <a:ext uri="{FF2B5EF4-FFF2-40B4-BE49-F238E27FC236}">
                <a16:creationId xmlns:a16="http://schemas.microsoft.com/office/drawing/2014/main" id="{A0B7D3EF-B398-4AA4-A2C7-6383216932EA}"/>
              </a:ext>
            </a:extLst>
          </p:cNvPr>
          <p:cNvSpPr>
            <a:spLocks xmlns:a="http://schemas.openxmlformats.org/drawingml/2006/main" noGrp="1"/>
          </p:cNvSpPr>
          <p:nvPr/>
        </p:nvSpPr>
        <p:spPr>
          <a:xfrm xmlns:a="http://schemas.openxmlformats.org/drawingml/2006/main">
            <a:off x="533400" y="5514975"/>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3749"/>
                </a:solidFill>
                <a:latin typeface="Fira Sans"/>
                <a:ea typeface="Fira Sans"/>
                <a:cs typeface="Fira Sans"/>
              </a:defRPr>
            </a:defPPr>
            <a:lvl1pPr algn="l">
              <a:defRPr sz="1950" b="0">
                <a:solidFill>
                  <a:srgbClr val="153749"/>
                </a:solidFill>
                <a:latin typeface="Fira Sans"/>
                <a:ea typeface="Fira Sans"/>
                <a:cs typeface="Fira Sans"/>
              </a:defRPr>
            </a:lvl1pPr>
            <a:lvl2pPr algn="l">
              <a:defRPr sz="1950" b="0">
                <a:solidFill>
                  <a:srgbClr val="153749"/>
                </a:solidFill>
                <a:latin typeface="Fira Sans"/>
                <a:ea typeface="Fira Sans"/>
                <a:cs typeface="Fira Sans"/>
              </a:defRPr>
            </a:lvl2pPr>
            <a:lvl3pPr algn="l">
              <a:defRPr sz="1950" b="0">
                <a:solidFill>
                  <a:srgbClr val="153749"/>
                </a:solidFill>
                <a:latin typeface="Fira Sans"/>
                <a:ea typeface="Fira Sans"/>
                <a:cs typeface="Fira Sans"/>
              </a:defRPr>
            </a:lvl3pPr>
            <a:lvl4pPr algn="l">
              <a:defRPr sz="1950" b="0">
                <a:solidFill>
                  <a:srgbClr val="153749"/>
                </a:solidFill>
                <a:latin typeface="Fira Sans"/>
                <a:ea typeface="Fira Sans"/>
                <a:cs typeface="Fira Sans"/>
              </a:defRPr>
            </a:lvl4pPr>
            <a:lvl5pPr algn="l">
              <a:defRPr sz="1950" b="0">
                <a:solidFill>
                  <a:srgbClr val="153749"/>
                </a:solidFill>
                <a:latin typeface="Fira Sans"/>
                <a:ea typeface="Fira Sans"/>
                <a:cs typeface="Fira Sans"/>
              </a:defRPr>
            </a:lvl5pPr>
            <a:lvl6pPr algn="l">
              <a:defRPr sz="1950" b="0">
                <a:solidFill>
                  <a:srgbClr val="153749"/>
                </a:solidFill>
                <a:latin typeface="Fira Sans"/>
                <a:ea typeface="Fira Sans"/>
                <a:cs typeface="Fira Sans"/>
              </a:defRPr>
            </a:lvl6pPr>
            <a:lvl7pPr algn="l">
              <a:defRPr sz="1950" b="0">
                <a:solidFill>
                  <a:srgbClr val="153749"/>
                </a:solidFill>
                <a:latin typeface="Fira Sans"/>
                <a:ea typeface="Fira Sans"/>
                <a:cs typeface="Fira Sans"/>
              </a:defRPr>
            </a:lvl7pPr>
            <a:lvl8pPr algn="l">
              <a:defRPr sz="1950" b="0">
                <a:solidFill>
                  <a:srgbClr val="153749"/>
                </a:solidFill>
                <a:latin typeface="Fira Sans"/>
                <a:ea typeface="Fira Sans"/>
                <a:cs typeface="Fira Sans"/>
              </a:defRPr>
            </a:lvl8pPr>
            <a:lvl9pPr algn="l">
              <a:defRPr sz="1950" b="0">
                <a:solidFill>
                  <a:srgbClr val="153749"/>
                </a:solidFill>
                <a:latin typeface="Fira Sans"/>
                <a:ea typeface="Fira Sans"/>
                <a:cs typeface="Fira Sans"/>
              </a:defRPr>
            </a:lvl9pPr>
          </a:lstStyle>
          <a:p xmlns:a="http://schemas.openxmlformats.org/drawingml/2006/main">
            <a:pPr algn="l">
              <a:defRPr sz="1950" b="0">
                <a:solidFill>
                  <a:srgbClr val="153749"/>
                </a:solidFill>
                <a:latin typeface="Fira Sans"/>
                <a:ea typeface="Fira Sans"/>
                <a:cs typeface="Fira Sans"/>
              </a:defRPr>
            </a:pPr>
            <a:r>
              <a:rPr sz="1950" b="0">
                <a:solidFill>
                  <a:srgbClr val="153749"/>
                </a:solidFill>
                <a:latin typeface="Fira Sans"/>
                <a:ea typeface="Fira Sans"/>
                <a:cs typeface="Fira Sans"/>
              </a:rPr>
              <a:t>Alcance: reconocer procesos, interpretar resultados y evaluar su utilidad.</a:t>
            </a:r>
          </a:p>
        </p:txBody>
      </p:sp>
    </p:spTree>
    <p:extLst>
      <p:ext uri="{BB962C8B-B14F-4D97-AF65-F5344CB8AC3E}">
        <p14:creationId xmlns:p14="http://schemas.microsoft.com/office/powerpoint/2010/main" val="9982767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Información para organizar la finca">
            <a:extLst xmlns:a="http://schemas.openxmlformats.org/drawingml/2006/main">
              <a:ext uri="{FF2B5EF4-FFF2-40B4-BE49-F238E27FC236}">
                <a16:creationId xmlns:a16="http://schemas.microsoft.com/office/drawing/2014/main" id="{A524C609-A71C-4318-B463-32E67C2AB89D}"/>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Información para organizar la finca</a:t>
            </a:r>
          </a:p>
        </p:txBody>
      </p:sp>
      <p:pic>
        <p:nvPicPr>
          <p:cNvPr id="2" name="">
            <a:extLst xmlns:a="http://schemas.openxmlformats.org/drawingml/2006/main">
              <a:ext uri="{FF2B5EF4-FFF2-40B4-BE49-F238E27FC236}">
                <a16:creationId xmlns:a16="http://schemas.microsoft.com/office/drawing/2014/main" id="{3031DA83-6B83-4865-AEDE-BBB64D6801A1}"/>
              </a:ext>
            </a:extLst>
          </p:cNvPr>
          <p:cNvPicPr>
            <a:picLocks xmlns:a="http://schemas.openxmlformats.org/drawingml/2006/main" noChangeAspect="1"/>
          </p:cNvPicPr>
          <p:nvPr/>
        </p:nvPicPr>
        <p:blipFill>
          <a:blip xmlns:r="http://schemas.openxmlformats.org/officeDocument/2006/relationships" xmlns:a="http://schemas.openxmlformats.org/drawingml/2006/main" r:embed="Red27e85b61744567"/>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70746189-2922-4381-A7D8-28F1F525854D}"/>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03">
            <a:extLst xmlns:a="http://schemas.openxmlformats.org/drawingml/2006/main">
              <a:ext uri="{FF2B5EF4-FFF2-40B4-BE49-F238E27FC236}">
                <a16:creationId xmlns:a16="http://schemas.microsoft.com/office/drawing/2014/main" id="{77985712-0B5F-4642-92BA-ACC613C2C8F1}"/>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03</a:t>
            </a:r>
          </a:p>
        </p:txBody>
      </p:sp>
      <p:pic>
        <p:nvPicPr>
          <p:cNvPr id="5" name="">
            <a:extLst xmlns:a="http://schemas.openxmlformats.org/drawingml/2006/main">
              <a:ext uri="{FF2B5EF4-FFF2-40B4-BE49-F238E27FC236}">
                <a16:creationId xmlns:a16="http://schemas.microsoft.com/office/drawing/2014/main" id="{4413727D-B795-403E-A1D9-66DE682AE11D}"/>
              </a:ext>
            </a:extLst>
          </p:cNvPr>
          <p:cNvPicPr>
            <a:picLocks xmlns:a="http://schemas.openxmlformats.org/drawingml/2006/main" noChangeAspect="1"/>
          </p:cNvPicPr>
          <p:nvPr/>
        </p:nvPicPr>
        <p:blipFill>
          <a:blip xmlns:r="http://schemas.openxmlformats.org/officeDocument/2006/relationships" xmlns:a="http://schemas.openxmlformats.org/drawingml/2006/main" r:embed="R09be82a632f64157"/>
          <a:srcRect xmlns:a="http://schemas.openxmlformats.org/drawingml/2006/main" l="0" t="6093" r="0" b="6093"/>
          <a:stretch xmlns:a="http://schemas.openxmlformats.org/drawingml/2006/main">
            <a:fillRect l="0" t="0" r="0" b="0"/>
          </a:stretch>
        </p:blipFill>
        <p:spPr>
          <a:xfrm xmlns:a="http://schemas.openxmlformats.org/drawingml/2006/main">
            <a:off x="533400" y="1714500"/>
            <a:ext cx="5905500" cy="4191000"/>
          </a:xfrm>
          <a:prstGeom xmlns:a="http://schemas.openxmlformats.org/drawingml/2006/main" prst="rect">
            <a:avLst/>
          </a:prstGeom>
        </p:spPr>
      </p:pic>
      <p:sp>
        <p:nvSpPr>
          <p:cNvPr id="6" name="Superficie">
            <a:extLst xmlns:a="http://schemas.openxmlformats.org/drawingml/2006/main">
              <a:ext uri="{FF2B5EF4-FFF2-40B4-BE49-F238E27FC236}">
                <a16:creationId xmlns:a16="http://schemas.microsoft.com/office/drawing/2014/main" id="{C0F5B0C2-5982-4225-A485-38911565D46A}"/>
              </a:ext>
            </a:extLst>
          </p:cNvPr>
          <p:cNvSpPr>
            <a:spLocks xmlns:a="http://schemas.openxmlformats.org/drawingml/2006/main" noGrp="1"/>
          </p:cNvSpPr>
          <p:nvPr/>
        </p:nvSpPr>
        <p:spPr>
          <a:xfrm xmlns:a="http://schemas.openxmlformats.org/drawingml/2006/main">
            <a:off x="6953250" y="1790700"/>
            <a:ext cx="4524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Superficie</a:t>
            </a:r>
          </a:p>
        </p:txBody>
      </p:sp>
      <p:sp>
        <p:nvSpPr>
          <p:cNvPr id="7" name="Delimitación de lotes y áreas útiles.">
            <a:extLst xmlns:a="http://schemas.openxmlformats.org/drawingml/2006/main">
              <a:ext uri="{FF2B5EF4-FFF2-40B4-BE49-F238E27FC236}">
                <a16:creationId xmlns:a16="http://schemas.microsoft.com/office/drawing/2014/main" id="{91A0A0D1-F07A-4C26-B8BF-FE35D3E71A23}"/>
              </a:ext>
            </a:extLst>
          </p:cNvPr>
          <p:cNvSpPr>
            <a:spLocks xmlns:a="http://schemas.openxmlformats.org/drawingml/2006/main" noGrp="1"/>
          </p:cNvSpPr>
          <p:nvPr/>
        </p:nvSpPr>
        <p:spPr>
          <a:xfrm xmlns:a="http://schemas.openxmlformats.org/drawingml/2006/main">
            <a:off x="6953250" y="2124075"/>
            <a:ext cx="4524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749"/>
                </a:solidFill>
                <a:latin typeface="Fira Sans"/>
                <a:ea typeface="Fira Sans"/>
                <a:cs typeface="Fira Sans"/>
              </a:defRPr>
            </a:defPPr>
            <a:lvl1pPr algn="l">
              <a:defRPr sz="1800" b="0">
                <a:solidFill>
                  <a:srgbClr val="153749"/>
                </a:solidFill>
                <a:latin typeface="Fira Sans"/>
                <a:ea typeface="Fira Sans"/>
                <a:cs typeface="Fira Sans"/>
              </a:defRPr>
            </a:lvl1pPr>
            <a:lvl2pPr algn="l">
              <a:defRPr sz="1800" b="0">
                <a:solidFill>
                  <a:srgbClr val="153749"/>
                </a:solidFill>
                <a:latin typeface="Fira Sans"/>
                <a:ea typeface="Fira Sans"/>
                <a:cs typeface="Fira Sans"/>
              </a:defRPr>
            </a:lvl2pPr>
            <a:lvl3pPr algn="l">
              <a:defRPr sz="1800" b="0">
                <a:solidFill>
                  <a:srgbClr val="153749"/>
                </a:solidFill>
                <a:latin typeface="Fira Sans"/>
                <a:ea typeface="Fira Sans"/>
                <a:cs typeface="Fira Sans"/>
              </a:defRPr>
            </a:lvl3pPr>
            <a:lvl4pPr algn="l">
              <a:defRPr sz="1800" b="0">
                <a:solidFill>
                  <a:srgbClr val="153749"/>
                </a:solidFill>
                <a:latin typeface="Fira Sans"/>
                <a:ea typeface="Fira Sans"/>
                <a:cs typeface="Fira Sans"/>
              </a:defRPr>
            </a:lvl4pPr>
            <a:lvl5pPr algn="l">
              <a:defRPr sz="1800" b="0">
                <a:solidFill>
                  <a:srgbClr val="153749"/>
                </a:solidFill>
                <a:latin typeface="Fira Sans"/>
                <a:ea typeface="Fira Sans"/>
                <a:cs typeface="Fira Sans"/>
              </a:defRPr>
            </a:lvl5pPr>
            <a:lvl6pPr algn="l">
              <a:defRPr sz="1800" b="0">
                <a:solidFill>
                  <a:srgbClr val="153749"/>
                </a:solidFill>
                <a:latin typeface="Fira Sans"/>
                <a:ea typeface="Fira Sans"/>
                <a:cs typeface="Fira Sans"/>
              </a:defRPr>
            </a:lvl6pPr>
            <a:lvl7pPr algn="l">
              <a:defRPr sz="1800" b="0">
                <a:solidFill>
                  <a:srgbClr val="153749"/>
                </a:solidFill>
                <a:latin typeface="Fira Sans"/>
                <a:ea typeface="Fira Sans"/>
                <a:cs typeface="Fira Sans"/>
              </a:defRPr>
            </a:lvl7pPr>
            <a:lvl8pPr algn="l">
              <a:defRPr sz="1800" b="0">
                <a:solidFill>
                  <a:srgbClr val="153749"/>
                </a:solidFill>
                <a:latin typeface="Fira Sans"/>
                <a:ea typeface="Fira Sans"/>
                <a:cs typeface="Fira Sans"/>
              </a:defRPr>
            </a:lvl8pPr>
            <a:lvl9pPr algn="l">
              <a:defRPr sz="1800" b="0">
                <a:solidFill>
                  <a:srgbClr val="153749"/>
                </a:solidFill>
                <a:latin typeface="Fira Sans"/>
                <a:ea typeface="Fira Sans"/>
                <a:cs typeface="Fira Sans"/>
              </a:defRPr>
            </a:lvl9pPr>
          </a:lstStyle>
          <a:p xmlns:a="http://schemas.openxmlformats.org/drawingml/2006/main">
            <a:pPr algn="l">
              <a:defRPr sz="1800" b="0">
                <a:solidFill>
                  <a:srgbClr val="153749"/>
                </a:solidFill>
                <a:latin typeface="Fira Sans"/>
                <a:ea typeface="Fira Sans"/>
                <a:cs typeface="Fira Sans"/>
              </a:defRPr>
            </a:pPr>
            <a:r>
              <a:rPr sz="1800" b="0">
                <a:solidFill>
                  <a:srgbClr val="153749"/>
                </a:solidFill>
                <a:latin typeface="Fira Sans"/>
                <a:ea typeface="Fira Sans"/>
                <a:cs typeface="Fira Sans"/>
              </a:rPr>
              <a:t>Delimitación de lotes y áreas útiles.</a:t>
            </a:r>
          </a:p>
        </p:txBody>
      </p:sp>
      <p:sp>
        <p:nvSpPr>
          <p:cNvPr id="8" name="">
            <a:extLst xmlns:a="http://schemas.openxmlformats.org/drawingml/2006/main">
              <a:ext uri="{FF2B5EF4-FFF2-40B4-BE49-F238E27FC236}">
                <a16:creationId xmlns:a16="http://schemas.microsoft.com/office/drawing/2014/main" id="{C203846B-8170-40D0-9499-6543FD50B2A1}"/>
              </a:ext>
            </a:extLst>
          </p:cNvPr>
          <p:cNvSpPr>
            <a:spLocks xmlns:a="http://schemas.openxmlformats.org/drawingml/2006/main" noGrp="1"/>
          </p:cNvSpPr>
          <p:nvPr/>
        </p:nvSpPr>
        <p:spPr>
          <a:xfrm xmlns:a="http://schemas.openxmlformats.org/drawingml/2006/main">
            <a:off x="6953250" y="2667000"/>
            <a:ext cx="4705350" cy="9525"/>
          </a:xfrm>
          <a:custGeom xmlns:a="http://schemas.openxmlformats.org/drawingml/2006/main">
            <a:pathLst>
              <a:path w="4705350" h="9525">
                <a:moveTo>
                  <a:pt x="0" y="0"/>
                </a:moveTo>
                <a:lnTo>
                  <a:pt x="4705350" y="0"/>
                </a:lnTo>
              </a:path>
            </a:pathLst>
          </a:custGeom>
          <a:noFill xmlns:a="http://schemas.openxmlformats.org/drawingml/2006/main"/>
          <a:ln xmlns:a="http://schemas.openxmlformats.org/drawingml/2006/main" w="9525">
            <a:solidFill>
              <a:srgbClr val="D6E3E5"/>
            </a:solidFill>
            <a:prstDash val="solid"/>
          </a:ln>
        </p:spPr>
      </p:sp>
      <p:sp>
        <p:nvSpPr>
          <p:cNvPr id="9" name="Inventario">
            <a:extLst xmlns:a="http://schemas.openxmlformats.org/drawingml/2006/main">
              <a:ext uri="{FF2B5EF4-FFF2-40B4-BE49-F238E27FC236}">
                <a16:creationId xmlns:a16="http://schemas.microsoft.com/office/drawing/2014/main" id="{D99BC330-0E1F-4857-8281-2E16EB595358}"/>
              </a:ext>
            </a:extLst>
          </p:cNvPr>
          <p:cNvSpPr>
            <a:spLocks xmlns:a="http://schemas.openxmlformats.org/drawingml/2006/main" noGrp="1"/>
          </p:cNvSpPr>
          <p:nvPr/>
        </p:nvSpPr>
        <p:spPr>
          <a:xfrm xmlns:a="http://schemas.openxmlformats.org/drawingml/2006/main">
            <a:off x="6953250" y="2819400"/>
            <a:ext cx="4524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Inventario</a:t>
            </a:r>
          </a:p>
        </p:txBody>
      </p:sp>
      <p:sp>
        <p:nvSpPr>
          <p:cNvPr id="10" name="Registro de elementos visibles.">
            <a:extLst xmlns:a="http://schemas.openxmlformats.org/drawingml/2006/main">
              <a:ext uri="{FF2B5EF4-FFF2-40B4-BE49-F238E27FC236}">
                <a16:creationId xmlns:a16="http://schemas.microsoft.com/office/drawing/2014/main" id="{2886B775-DDD7-4AF8-A687-354E56FB1243}"/>
              </a:ext>
            </a:extLst>
          </p:cNvPr>
          <p:cNvSpPr>
            <a:spLocks xmlns:a="http://schemas.openxmlformats.org/drawingml/2006/main" noGrp="1"/>
          </p:cNvSpPr>
          <p:nvPr/>
        </p:nvSpPr>
        <p:spPr>
          <a:xfrm xmlns:a="http://schemas.openxmlformats.org/drawingml/2006/main">
            <a:off x="6953250" y="3152775"/>
            <a:ext cx="4524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749"/>
                </a:solidFill>
                <a:latin typeface="Fira Sans"/>
                <a:ea typeface="Fira Sans"/>
                <a:cs typeface="Fira Sans"/>
              </a:defRPr>
            </a:defPPr>
            <a:lvl1pPr algn="l">
              <a:defRPr sz="1800" b="0">
                <a:solidFill>
                  <a:srgbClr val="153749"/>
                </a:solidFill>
                <a:latin typeface="Fira Sans"/>
                <a:ea typeface="Fira Sans"/>
                <a:cs typeface="Fira Sans"/>
              </a:defRPr>
            </a:lvl1pPr>
            <a:lvl2pPr algn="l">
              <a:defRPr sz="1800" b="0">
                <a:solidFill>
                  <a:srgbClr val="153749"/>
                </a:solidFill>
                <a:latin typeface="Fira Sans"/>
                <a:ea typeface="Fira Sans"/>
                <a:cs typeface="Fira Sans"/>
              </a:defRPr>
            </a:lvl2pPr>
            <a:lvl3pPr algn="l">
              <a:defRPr sz="1800" b="0">
                <a:solidFill>
                  <a:srgbClr val="153749"/>
                </a:solidFill>
                <a:latin typeface="Fira Sans"/>
                <a:ea typeface="Fira Sans"/>
                <a:cs typeface="Fira Sans"/>
              </a:defRPr>
            </a:lvl3pPr>
            <a:lvl4pPr algn="l">
              <a:defRPr sz="1800" b="0">
                <a:solidFill>
                  <a:srgbClr val="153749"/>
                </a:solidFill>
                <a:latin typeface="Fira Sans"/>
                <a:ea typeface="Fira Sans"/>
                <a:cs typeface="Fira Sans"/>
              </a:defRPr>
            </a:lvl4pPr>
            <a:lvl5pPr algn="l">
              <a:defRPr sz="1800" b="0">
                <a:solidFill>
                  <a:srgbClr val="153749"/>
                </a:solidFill>
                <a:latin typeface="Fira Sans"/>
                <a:ea typeface="Fira Sans"/>
                <a:cs typeface="Fira Sans"/>
              </a:defRPr>
            </a:lvl5pPr>
            <a:lvl6pPr algn="l">
              <a:defRPr sz="1800" b="0">
                <a:solidFill>
                  <a:srgbClr val="153749"/>
                </a:solidFill>
                <a:latin typeface="Fira Sans"/>
                <a:ea typeface="Fira Sans"/>
                <a:cs typeface="Fira Sans"/>
              </a:defRPr>
            </a:lvl6pPr>
            <a:lvl7pPr algn="l">
              <a:defRPr sz="1800" b="0">
                <a:solidFill>
                  <a:srgbClr val="153749"/>
                </a:solidFill>
                <a:latin typeface="Fira Sans"/>
                <a:ea typeface="Fira Sans"/>
                <a:cs typeface="Fira Sans"/>
              </a:defRPr>
            </a:lvl7pPr>
            <a:lvl8pPr algn="l">
              <a:defRPr sz="1800" b="0">
                <a:solidFill>
                  <a:srgbClr val="153749"/>
                </a:solidFill>
                <a:latin typeface="Fira Sans"/>
                <a:ea typeface="Fira Sans"/>
                <a:cs typeface="Fira Sans"/>
              </a:defRPr>
            </a:lvl8pPr>
            <a:lvl9pPr algn="l">
              <a:defRPr sz="1800" b="0">
                <a:solidFill>
                  <a:srgbClr val="153749"/>
                </a:solidFill>
                <a:latin typeface="Fira Sans"/>
                <a:ea typeface="Fira Sans"/>
                <a:cs typeface="Fira Sans"/>
              </a:defRPr>
            </a:lvl9pPr>
          </a:lstStyle>
          <a:p xmlns:a="http://schemas.openxmlformats.org/drawingml/2006/main">
            <a:pPr algn="l">
              <a:defRPr sz="1800" b="0">
                <a:solidFill>
                  <a:srgbClr val="153749"/>
                </a:solidFill>
                <a:latin typeface="Fira Sans"/>
                <a:ea typeface="Fira Sans"/>
                <a:cs typeface="Fira Sans"/>
              </a:defRPr>
            </a:pPr>
            <a:r>
              <a:rPr sz="1800" b="0">
                <a:solidFill>
                  <a:srgbClr val="153749"/>
                </a:solidFill>
                <a:latin typeface="Fira Sans"/>
                <a:ea typeface="Fira Sans"/>
                <a:cs typeface="Fira Sans"/>
              </a:rPr>
              <a:t>Registro de elementos visibles.</a:t>
            </a:r>
          </a:p>
        </p:txBody>
      </p:sp>
      <p:sp>
        <p:nvSpPr>
          <p:cNvPr id="11" name="">
            <a:extLst xmlns:a="http://schemas.openxmlformats.org/drawingml/2006/main">
              <a:ext uri="{FF2B5EF4-FFF2-40B4-BE49-F238E27FC236}">
                <a16:creationId xmlns:a16="http://schemas.microsoft.com/office/drawing/2014/main" id="{05695BE1-E4C5-47A5-90E8-726325546A26}"/>
              </a:ext>
            </a:extLst>
          </p:cNvPr>
          <p:cNvSpPr>
            <a:spLocks xmlns:a="http://schemas.openxmlformats.org/drawingml/2006/main" noGrp="1"/>
          </p:cNvSpPr>
          <p:nvPr/>
        </p:nvSpPr>
        <p:spPr>
          <a:xfrm xmlns:a="http://schemas.openxmlformats.org/drawingml/2006/main">
            <a:off x="6953250" y="3695700"/>
            <a:ext cx="4705350" cy="9525"/>
          </a:xfrm>
          <a:custGeom xmlns:a="http://schemas.openxmlformats.org/drawingml/2006/main">
            <a:pathLst>
              <a:path w="4705350" h="9525">
                <a:moveTo>
                  <a:pt x="0" y="0"/>
                </a:moveTo>
                <a:lnTo>
                  <a:pt x="4705350" y="0"/>
                </a:lnTo>
              </a:path>
            </a:pathLst>
          </a:custGeom>
          <a:noFill xmlns:a="http://schemas.openxmlformats.org/drawingml/2006/main"/>
          <a:ln xmlns:a="http://schemas.openxmlformats.org/drawingml/2006/main" w="9525">
            <a:solidFill>
              <a:srgbClr val="D6E3E5"/>
            </a:solidFill>
            <a:prstDash val="solid"/>
          </a:ln>
        </p:spPr>
      </p:sp>
      <p:sp>
        <p:nvSpPr>
          <p:cNvPr id="12" name="Monitoreo">
            <a:extLst xmlns:a="http://schemas.openxmlformats.org/drawingml/2006/main">
              <a:ext uri="{FF2B5EF4-FFF2-40B4-BE49-F238E27FC236}">
                <a16:creationId xmlns:a16="http://schemas.microsoft.com/office/drawing/2014/main" id="{417A41CF-326C-430F-A65C-18895B37C1EF}"/>
              </a:ext>
            </a:extLst>
          </p:cNvPr>
          <p:cNvSpPr>
            <a:spLocks xmlns:a="http://schemas.openxmlformats.org/drawingml/2006/main" noGrp="1"/>
          </p:cNvSpPr>
          <p:nvPr/>
        </p:nvSpPr>
        <p:spPr>
          <a:xfrm xmlns:a="http://schemas.openxmlformats.org/drawingml/2006/main">
            <a:off x="6953250" y="3848100"/>
            <a:ext cx="4524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Monitoreo</a:t>
            </a:r>
          </a:p>
        </p:txBody>
      </p:sp>
      <p:sp>
        <p:nvSpPr>
          <p:cNvPr id="13" name="Sectores que requieren inspección.">
            <a:extLst xmlns:a="http://schemas.openxmlformats.org/drawingml/2006/main">
              <a:ext uri="{FF2B5EF4-FFF2-40B4-BE49-F238E27FC236}">
                <a16:creationId xmlns:a16="http://schemas.microsoft.com/office/drawing/2014/main" id="{3386808E-C5BF-487A-BB6B-9039921FD730}"/>
              </a:ext>
            </a:extLst>
          </p:cNvPr>
          <p:cNvSpPr>
            <a:spLocks xmlns:a="http://schemas.openxmlformats.org/drawingml/2006/main" noGrp="1"/>
          </p:cNvSpPr>
          <p:nvPr/>
        </p:nvSpPr>
        <p:spPr>
          <a:xfrm xmlns:a="http://schemas.openxmlformats.org/drawingml/2006/main">
            <a:off x="6953250" y="4181475"/>
            <a:ext cx="4524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749"/>
                </a:solidFill>
                <a:latin typeface="Fira Sans"/>
                <a:ea typeface="Fira Sans"/>
                <a:cs typeface="Fira Sans"/>
              </a:defRPr>
            </a:defPPr>
            <a:lvl1pPr algn="l">
              <a:defRPr sz="1800" b="0">
                <a:solidFill>
                  <a:srgbClr val="153749"/>
                </a:solidFill>
                <a:latin typeface="Fira Sans"/>
                <a:ea typeface="Fira Sans"/>
                <a:cs typeface="Fira Sans"/>
              </a:defRPr>
            </a:lvl1pPr>
            <a:lvl2pPr algn="l">
              <a:defRPr sz="1800" b="0">
                <a:solidFill>
                  <a:srgbClr val="153749"/>
                </a:solidFill>
                <a:latin typeface="Fira Sans"/>
                <a:ea typeface="Fira Sans"/>
                <a:cs typeface="Fira Sans"/>
              </a:defRPr>
            </a:lvl2pPr>
            <a:lvl3pPr algn="l">
              <a:defRPr sz="1800" b="0">
                <a:solidFill>
                  <a:srgbClr val="153749"/>
                </a:solidFill>
                <a:latin typeface="Fira Sans"/>
                <a:ea typeface="Fira Sans"/>
                <a:cs typeface="Fira Sans"/>
              </a:defRPr>
            </a:lvl3pPr>
            <a:lvl4pPr algn="l">
              <a:defRPr sz="1800" b="0">
                <a:solidFill>
                  <a:srgbClr val="153749"/>
                </a:solidFill>
                <a:latin typeface="Fira Sans"/>
                <a:ea typeface="Fira Sans"/>
                <a:cs typeface="Fira Sans"/>
              </a:defRPr>
            </a:lvl4pPr>
            <a:lvl5pPr algn="l">
              <a:defRPr sz="1800" b="0">
                <a:solidFill>
                  <a:srgbClr val="153749"/>
                </a:solidFill>
                <a:latin typeface="Fira Sans"/>
                <a:ea typeface="Fira Sans"/>
                <a:cs typeface="Fira Sans"/>
              </a:defRPr>
            </a:lvl5pPr>
            <a:lvl6pPr algn="l">
              <a:defRPr sz="1800" b="0">
                <a:solidFill>
                  <a:srgbClr val="153749"/>
                </a:solidFill>
                <a:latin typeface="Fira Sans"/>
                <a:ea typeface="Fira Sans"/>
                <a:cs typeface="Fira Sans"/>
              </a:defRPr>
            </a:lvl6pPr>
            <a:lvl7pPr algn="l">
              <a:defRPr sz="1800" b="0">
                <a:solidFill>
                  <a:srgbClr val="153749"/>
                </a:solidFill>
                <a:latin typeface="Fira Sans"/>
                <a:ea typeface="Fira Sans"/>
                <a:cs typeface="Fira Sans"/>
              </a:defRPr>
            </a:lvl7pPr>
            <a:lvl8pPr algn="l">
              <a:defRPr sz="1800" b="0">
                <a:solidFill>
                  <a:srgbClr val="153749"/>
                </a:solidFill>
                <a:latin typeface="Fira Sans"/>
                <a:ea typeface="Fira Sans"/>
                <a:cs typeface="Fira Sans"/>
              </a:defRPr>
            </a:lvl8pPr>
            <a:lvl9pPr algn="l">
              <a:defRPr sz="1800" b="0">
                <a:solidFill>
                  <a:srgbClr val="153749"/>
                </a:solidFill>
                <a:latin typeface="Fira Sans"/>
                <a:ea typeface="Fira Sans"/>
                <a:cs typeface="Fira Sans"/>
              </a:defRPr>
            </a:lvl9pPr>
          </a:lstStyle>
          <a:p xmlns:a="http://schemas.openxmlformats.org/drawingml/2006/main">
            <a:pPr algn="l">
              <a:defRPr sz="1800" b="0">
                <a:solidFill>
                  <a:srgbClr val="153749"/>
                </a:solidFill>
                <a:latin typeface="Fira Sans"/>
                <a:ea typeface="Fira Sans"/>
                <a:cs typeface="Fira Sans"/>
              </a:defRPr>
            </a:pPr>
            <a:r>
              <a:rPr sz="1800" b="0">
                <a:solidFill>
                  <a:srgbClr val="153749"/>
                </a:solidFill>
                <a:latin typeface="Fira Sans"/>
                <a:ea typeface="Fira Sans"/>
                <a:cs typeface="Fira Sans"/>
              </a:rPr>
              <a:t>Sectores que requieren inspección.</a:t>
            </a:r>
          </a:p>
        </p:txBody>
      </p:sp>
      <p:sp>
        <p:nvSpPr>
          <p:cNvPr id="14" name="">
            <a:extLst xmlns:a="http://schemas.openxmlformats.org/drawingml/2006/main">
              <a:ext uri="{FF2B5EF4-FFF2-40B4-BE49-F238E27FC236}">
                <a16:creationId xmlns:a16="http://schemas.microsoft.com/office/drawing/2014/main" id="{6BD432E0-BE4B-4487-BDD0-5295EE206AB1}"/>
              </a:ext>
            </a:extLst>
          </p:cNvPr>
          <p:cNvSpPr>
            <a:spLocks xmlns:a="http://schemas.openxmlformats.org/drawingml/2006/main" noGrp="1"/>
          </p:cNvSpPr>
          <p:nvPr/>
        </p:nvSpPr>
        <p:spPr>
          <a:xfrm xmlns:a="http://schemas.openxmlformats.org/drawingml/2006/main">
            <a:off x="6953250" y="4724400"/>
            <a:ext cx="4705350" cy="9525"/>
          </a:xfrm>
          <a:custGeom xmlns:a="http://schemas.openxmlformats.org/drawingml/2006/main">
            <a:pathLst>
              <a:path w="4705350" h="9525">
                <a:moveTo>
                  <a:pt x="0" y="0"/>
                </a:moveTo>
                <a:lnTo>
                  <a:pt x="4705350" y="0"/>
                </a:lnTo>
              </a:path>
            </a:pathLst>
          </a:custGeom>
          <a:noFill xmlns:a="http://schemas.openxmlformats.org/drawingml/2006/main"/>
          <a:ln xmlns:a="http://schemas.openxmlformats.org/drawingml/2006/main" w="9525">
            <a:solidFill>
              <a:srgbClr val="D6E3E5"/>
            </a:solidFill>
            <a:prstDash val="solid"/>
          </a:ln>
        </p:spPr>
      </p:sp>
      <p:sp>
        <p:nvSpPr>
          <p:cNvPr id="15" name="Insumos">
            <a:extLst xmlns:a="http://schemas.openxmlformats.org/drawingml/2006/main">
              <a:ext uri="{FF2B5EF4-FFF2-40B4-BE49-F238E27FC236}">
                <a16:creationId xmlns:a16="http://schemas.microsoft.com/office/drawing/2014/main" id="{01C4DA49-6DD6-44B1-82BA-88F810D618E8}"/>
              </a:ext>
            </a:extLst>
          </p:cNvPr>
          <p:cNvSpPr>
            <a:spLocks xmlns:a="http://schemas.openxmlformats.org/drawingml/2006/main" noGrp="1"/>
          </p:cNvSpPr>
          <p:nvPr/>
        </p:nvSpPr>
        <p:spPr>
          <a:xfrm xmlns:a="http://schemas.openxmlformats.org/drawingml/2006/main">
            <a:off x="6953250" y="4876800"/>
            <a:ext cx="4524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Insumos</a:t>
            </a:r>
          </a:p>
        </p:txBody>
      </p:sp>
      <p:sp>
        <p:nvSpPr>
          <p:cNvPr id="16" name="Zonas para evaluar una intervención.">
            <a:extLst xmlns:a="http://schemas.openxmlformats.org/drawingml/2006/main">
              <a:ext uri="{FF2B5EF4-FFF2-40B4-BE49-F238E27FC236}">
                <a16:creationId xmlns:a16="http://schemas.microsoft.com/office/drawing/2014/main" id="{AF87638E-F5BD-4440-8FE6-895B45CBCB7F}"/>
              </a:ext>
            </a:extLst>
          </p:cNvPr>
          <p:cNvSpPr>
            <a:spLocks xmlns:a="http://schemas.openxmlformats.org/drawingml/2006/main" noGrp="1"/>
          </p:cNvSpPr>
          <p:nvPr/>
        </p:nvSpPr>
        <p:spPr>
          <a:xfrm xmlns:a="http://schemas.openxmlformats.org/drawingml/2006/main">
            <a:off x="6953250" y="5210175"/>
            <a:ext cx="4524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749"/>
                </a:solidFill>
                <a:latin typeface="Fira Sans"/>
                <a:ea typeface="Fira Sans"/>
                <a:cs typeface="Fira Sans"/>
              </a:defRPr>
            </a:defPPr>
            <a:lvl1pPr algn="l">
              <a:defRPr sz="1800" b="0">
                <a:solidFill>
                  <a:srgbClr val="153749"/>
                </a:solidFill>
                <a:latin typeface="Fira Sans"/>
                <a:ea typeface="Fira Sans"/>
                <a:cs typeface="Fira Sans"/>
              </a:defRPr>
            </a:lvl1pPr>
            <a:lvl2pPr algn="l">
              <a:defRPr sz="1800" b="0">
                <a:solidFill>
                  <a:srgbClr val="153749"/>
                </a:solidFill>
                <a:latin typeface="Fira Sans"/>
                <a:ea typeface="Fira Sans"/>
                <a:cs typeface="Fira Sans"/>
              </a:defRPr>
            </a:lvl2pPr>
            <a:lvl3pPr algn="l">
              <a:defRPr sz="1800" b="0">
                <a:solidFill>
                  <a:srgbClr val="153749"/>
                </a:solidFill>
                <a:latin typeface="Fira Sans"/>
                <a:ea typeface="Fira Sans"/>
                <a:cs typeface="Fira Sans"/>
              </a:defRPr>
            </a:lvl3pPr>
            <a:lvl4pPr algn="l">
              <a:defRPr sz="1800" b="0">
                <a:solidFill>
                  <a:srgbClr val="153749"/>
                </a:solidFill>
                <a:latin typeface="Fira Sans"/>
                <a:ea typeface="Fira Sans"/>
                <a:cs typeface="Fira Sans"/>
              </a:defRPr>
            </a:lvl4pPr>
            <a:lvl5pPr algn="l">
              <a:defRPr sz="1800" b="0">
                <a:solidFill>
                  <a:srgbClr val="153749"/>
                </a:solidFill>
                <a:latin typeface="Fira Sans"/>
                <a:ea typeface="Fira Sans"/>
                <a:cs typeface="Fira Sans"/>
              </a:defRPr>
            </a:lvl5pPr>
            <a:lvl6pPr algn="l">
              <a:defRPr sz="1800" b="0">
                <a:solidFill>
                  <a:srgbClr val="153749"/>
                </a:solidFill>
                <a:latin typeface="Fira Sans"/>
                <a:ea typeface="Fira Sans"/>
                <a:cs typeface="Fira Sans"/>
              </a:defRPr>
            </a:lvl6pPr>
            <a:lvl7pPr algn="l">
              <a:defRPr sz="1800" b="0">
                <a:solidFill>
                  <a:srgbClr val="153749"/>
                </a:solidFill>
                <a:latin typeface="Fira Sans"/>
                <a:ea typeface="Fira Sans"/>
                <a:cs typeface="Fira Sans"/>
              </a:defRPr>
            </a:lvl7pPr>
            <a:lvl8pPr algn="l">
              <a:defRPr sz="1800" b="0">
                <a:solidFill>
                  <a:srgbClr val="153749"/>
                </a:solidFill>
                <a:latin typeface="Fira Sans"/>
                <a:ea typeface="Fira Sans"/>
                <a:cs typeface="Fira Sans"/>
              </a:defRPr>
            </a:lvl8pPr>
            <a:lvl9pPr algn="l">
              <a:defRPr sz="1800" b="0">
                <a:solidFill>
                  <a:srgbClr val="153749"/>
                </a:solidFill>
                <a:latin typeface="Fira Sans"/>
                <a:ea typeface="Fira Sans"/>
                <a:cs typeface="Fira Sans"/>
              </a:defRPr>
            </a:lvl9pPr>
          </a:lstStyle>
          <a:p xmlns:a="http://schemas.openxmlformats.org/drawingml/2006/main">
            <a:pPr algn="l">
              <a:defRPr sz="1800" b="0">
                <a:solidFill>
                  <a:srgbClr val="153749"/>
                </a:solidFill>
                <a:latin typeface="Fira Sans"/>
                <a:ea typeface="Fira Sans"/>
                <a:cs typeface="Fira Sans"/>
              </a:defRPr>
            </a:pPr>
            <a:r>
              <a:rPr sz="1800" b="0">
                <a:solidFill>
                  <a:srgbClr val="153749"/>
                </a:solidFill>
                <a:latin typeface="Fira Sans"/>
                <a:ea typeface="Fira Sans"/>
                <a:cs typeface="Fira Sans"/>
              </a:rPr>
              <a:t>Zonas para evaluar una intervención.</a:t>
            </a:r>
          </a:p>
        </p:txBody>
      </p:sp>
      <p:sp>
        <p:nvSpPr>
          <p:cNvPr id="17" name="Vista real de ortomosaico RGB. Courtesy of PIX4D / pix4d.com">
            <a:extLst xmlns:a="http://schemas.openxmlformats.org/drawingml/2006/main">
              <a:ext uri="{FF2B5EF4-FFF2-40B4-BE49-F238E27FC236}">
                <a16:creationId xmlns:a16="http://schemas.microsoft.com/office/drawing/2014/main" id="{F78F6069-3E5F-4331-8728-020E30808D72}"/>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hlinkClick xmlns:ns0="http://schemas.openxmlformats.org/officeDocument/2006/relationships" ns0:id="rIdPix4DCredit"/>
              </a:rPr>
              <a:t>Vista real de ortomosaico RGB. Courtesy of PIX4D / pix4d.com</a:t>
            </a:r>
          </a:p>
        </p:txBody>
      </p:sp>
    </p:spTree>
    <p:extLst>
      <p:ext uri="{BB962C8B-B14F-4D97-AF65-F5344CB8AC3E}">
        <p14:creationId xmlns:p14="http://schemas.microsoft.com/office/powerpoint/2010/main" val="4413567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RGB y multiespectral">
            <a:extLst xmlns:a="http://schemas.openxmlformats.org/drawingml/2006/main">
              <a:ext uri="{FF2B5EF4-FFF2-40B4-BE49-F238E27FC236}">
                <a16:creationId xmlns:a16="http://schemas.microsoft.com/office/drawing/2014/main" id="{BC6C956A-B190-4B8A-BF84-F36272D8D49A}"/>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RGB y multiespectral</a:t>
            </a:r>
          </a:p>
        </p:txBody>
      </p:sp>
      <p:pic>
        <p:nvPicPr>
          <p:cNvPr id="2" name="">
            <a:extLst xmlns:a="http://schemas.openxmlformats.org/drawingml/2006/main">
              <a:ext uri="{FF2B5EF4-FFF2-40B4-BE49-F238E27FC236}">
                <a16:creationId xmlns:a16="http://schemas.microsoft.com/office/drawing/2014/main" id="{DE354172-4405-42E4-9F7E-5248EE968B54}"/>
              </a:ext>
            </a:extLst>
          </p:cNvPr>
          <p:cNvPicPr>
            <a:picLocks xmlns:a="http://schemas.openxmlformats.org/drawingml/2006/main" noChangeAspect="1"/>
          </p:cNvPicPr>
          <p:nvPr/>
        </p:nvPicPr>
        <p:blipFill>
          <a:blip xmlns:r="http://schemas.openxmlformats.org/officeDocument/2006/relationships" xmlns:a="http://schemas.openxmlformats.org/drawingml/2006/main" r:embed="Rc9cdf8dcb47e431e"/>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EBB1CC30-ABAB-4F81-B3A9-E645C0A46C55}"/>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04">
            <a:extLst xmlns:a="http://schemas.openxmlformats.org/drawingml/2006/main">
              <a:ext uri="{FF2B5EF4-FFF2-40B4-BE49-F238E27FC236}">
                <a16:creationId xmlns:a16="http://schemas.microsoft.com/office/drawing/2014/main" id="{89CB7974-0A1A-4982-8AC0-5CFEDCB6E189}"/>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04</a:t>
            </a:r>
          </a:p>
        </p:txBody>
      </p:sp>
      <p:sp>
        <p:nvSpPr>
          <p:cNvPr id="5" name="">
            <a:extLst xmlns:a="http://schemas.openxmlformats.org/drawingml/2006/main">
              <a:ext uri="{FF2B5EF4-FFF2-40B4-BE49-F238E27FC236}">
                <a16:creationId xmlns:a16="http://schemas.microsoft.com/office/drawing/2014/main" id="{D641D042-58A7-43E4-8EA2-1FB1C0FC0AC6}"/>
              </a:ext>
            </a:extLst>
          </p:cNvPr>
          <p:cNvSpPr>
            <a:spLocks xmlns:a="http://schemas.openxmlformats.org/drawingml/2006/main" noGrp="1"/>
          </p:cNvSpPr>
          <p:nvPr/>
        </p:nvSpPr>
        <p:spPr>
          <a:xfrm xmlns:a="http://schemas.openxmlformats.org/drawingml/2006/main">
            <a:off x="857250" y="3848100"/>
            <a:ext cx="10382250" cy="9525"/>
          </a:xfrm>
          <a:custGeom xmlns:a="http://schemas.openxmlformats.org/drawingml/2006/main">
            <a:pathLst>
              <a:path w="10382250" h="9525">
                <a:moveTo>
                  <a:pt x="0" y="0"/>
                </a:moveTo>
                <a:lnTo>
                  <a:pt x="10382250" y="0"/>
                </a:lnTo>
              </a:path>
            </a:pathLst>
          </a:custGeom>
          <a:noFill xmlns:a="http://schemas.openxmlformats.org/drawingml/2006/main"/>
          <a:ln xmlns:a="http://schemas.openxmlformats.org/drawingml/2006/main" w="19050">
            <a:solidFill>
              <a:srgbClr val="153749"/>
            </a:solidFill>
            <a:prstDash val="solid"/>
          </a:ln>
        </p:spPr>
      </p:sp>
      <p:sp>
        <p:nvSpPr>
          <p:cNvPr id="6" name="">
            <a:extLst xmlns:a="http://schemas.openxmlformats.org/drawingml/2006/main">
              <a:ext uri="{FF2B5EF4-FFF2-40B4-BE49-F238E27FC236}">
                <a16:creationId xmlns:a16="http://schemas.microsoft.com/office/drawing/2014/main" id="{CAA2D0B0-296C-422B-A512-5CF347896FE2}"/>
              </a:ext>
            </a:extLst>
          </p:cNvPr>
          <p:cNvSpPr>
            <a:spLocks xmlns:a="http://schemas.openxmlformats.org/drawingml/2006/main" noGrp="1"/>
          </p:cNvSpPr>
          <p:nvPr/>
        </p:nvSpPr>
        <p:spPr>
          <a:xfrm xmlns:a="http://schemas.openxmlformats.org/drawingml/2006/main">
            <a:off x="857250" y="3800475"/>
            <a:ext cx="9525" cy="142875"/>
          </a:xfrm>
          <a:custGeom xmlns:a="http://schemas.openxmlformats.org/drawingml/2006/main">
            <a:pathLst>
              <a:path w="9525" h="142875">
                <a:moveTo>
                  <a:pt x="0" y="0"/>
                </a:moveTo>
                <a:lnTo>
                  <a:pt x="0" y="142875"/>
                </a:lnTo>
              </a:path>
            </a:pathLst>
          </a:custGeom>
          <a:noFill xmlns:a="http://schemas.openxmlformats.org/drawingml/2006/main"/>
          <a:ln xmlns:a="http://schemas.openxmlformats.org/drawingml/2006/main" w="19050">
            <a:solidFill>
              <a:srgbClr val="153749"/>
            </a:solidFill>
            <a:prstDash val="solid"/>
          </a:ln>
        </p:spPr>
      </p:sp>
      <p:sp>
        <p:nvSpPr>
          <p:cNvPr id="7" name="400">
            <a:extLst xmlns:a="http://schemas.openxmlformats.org/drawingml/2006/main">
              <a:ext uri="{FF2B5EF4-FFF2-40B4-BE49-F238E27FC236}">
                <a16:creationId xmlns:a16="http://schemas.microsoft.com/office/drawing/2014/main" id="{1F1159D0-E4E5-4C84-800E-A80994FE00FC}"/>
              </a:ext>
            </a:extLst>
          </p:cNvPr>
          <p:cNvSpPr>
            <a:spLocks xmlns:a="http://schemas.openxmlformats.org/drawingml/2006/main" noGrp="1"/>
          </p:cNvSpPr>
          <p:nvPr/>
        </p:nvSpPr>
        <p:spPr>
          <a:xfrm xmlns:a="http://schemas.openxmlformats.org/drawingml/2006/main">
            <a:off x="552450" y="4057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5B737B"/>
                </a:solidFill>
                <a:latin typeface="Fira Sans"/>
                <a:ea typeface="Fira Sans"/>
                <a:cs typeface="Fira Sans"/>
              </a:defRPr>
            </a:defPPr>
            <a:lvl1pPr algn="ctr">
              <a:defRPr sz="1425" b="0">
                <a:solidFill>
                  <a:srgbClr val="5B737B"/>
                </a:solidFill>
                <a:latin typeface="Fira Sans"/>
                <a:ea typeface="Fira Sans"/>
                <a:cs typeface="Fira Sans"/>
              </a:defRPr>
            </a:lvl1pPr>
            <a:lvl2pPr algn="ctr">
              <a:defRPr sz="1425" b="0">
                <a:solidFill>
                  <a:srgbClr val="5B737B"/>
                </a:solidFill>
                <a:latin typeface="Fira Sans"/>
                <a:ea typeface="Fira Sans"/>
                <a:cs typeface="Fira Sans"/>
              </a:defRPr>
            </a:lvl2pPr>
            <a:lvl3pPr algn="ctr">
              <a:defRPr sz="1425" b="0">
                <a:solidFill>
                  <a:srgbClr val="5B737B"/>
                </a:solidFill>
                <a:latin typeface="Fira Sans"/>
                <a:ea typeface="Fira Sans"/>
                <a:cs typeface="Fira Sans"/>
              </a:defRPr>
            </a:lvl3pPr>
            <a:lvl4pPr algn="ctr">
              <a:defRPr sz="1425" b="0">
                <a:solidFill>
                  <a:srgbClr val="5B737B"/>
                </a:solidFill>
                <a:latin typeface="Fira Sans"/>
                <a:ea typeface="Fira Sans"/>
                <a:cs typeface="Fira Sans"/>
              </a:defRPr>
            </a:lvl4pPr>
            <a:lvl5pPr algn="ctr">
              <a:defRPr sz="1425" b="0">
                <a:solidFill>
                  <a:srgbClr val="5B737B"/>
                </a:solidFill>
                <a:latin typeface="Fira Sans"/>
                <a:ea typeface="Fira Sans"/>
                <a:cs typeface="Fira Sans"/>
              </a:defRPr>
            </a:lvl5pPr>
            <a:lvl6pPr algn="ctr">
              <a:defRPr sz="1425" b="0">
                <a:solidFill>
                  <a:srgbClr val="5B737B"/>
                </a:solidFill>
                <a:latin typeface="Fira Sans"/>
                <a:ea typeface="Fira Sans"/>
                <a:cs typeface="Fira Sans"/>
              </a:defRPr>
            </a:lvl6pPr>
            <a:lvl7pPr algn="ctr">
              <a:defRPr sz="1425" b="0">
                <a:solidFill>
                  <a:srgbClr val="5B737B"/>
                </a:solidFill>
                <a:latin typeface="Fira Sans"/>
                <a:ea typeface="Fira Sans"/>
                <a:cs typeface="Fira Sans"/>
              </a:defRPr>
            </a:lvl7pPr>
            <a:lvl8pPr algn="ctr">
              <a:defRPr sz="1425" b="0">
                <a:solidFill>
                  <a:srgbClr val="5B737B"/>
                </a:solidFill>
                <a:latin typeface="Fira Sans"/>
                <a:ea typeface="Fira Sans"/>
                <a:cs typeface="Fira Sans"/>
              </a:defRPr>
            </a:lvl8pPr>
            <a:lvl9pPr algn="ctr">
              <a:defRPr sz="1425" b="0">
                <a:solidFill>
                  <a:srgbClr val="5B737B"/>
                </a:solidFill>
                <a:latin typeface="Fira Sans"/>
                <a:ea typeface="Fira Sans"/>
                <a:cs typeface="Fira Sans"/>
              </a:defRPr>
            </a:lvl9pPr>
          </a:lstStyle>
          <a:p xmlns:a="http://schemas.openxmlformats.org/drawingml/2006/main">
            <a:pPr algn="ctr">
              <a:defRPr sz="1425" b="0">
                <a:solidFill>
                  <a:srgbClr val="5B737B"/>
                </a:solidFill>
                <a:latin typeface="Fira Sans"/>
                <a:ea typeface="Fira Sans"/>
                <a:cs typeface="Fira Sans"/>
              </a:defRPr>
            </a:pPr>
            <a:r>
              <a:rPr sz="1425" b="0">
                <a:solidFill>
                  <a:srgbClr val="5B737B"/>
                </a:solidFill>
                <a:latin typeface="Fira Sans"/>
                <a:ea typeface="Fira Sans"/>
                <a:cs typeface="Fira Sans"/>
              </a:rPr>
              <a:t>400</a:t>
            </a:r>
          </a:p>
        </p:txBody>
      </p:sp>
      <p:sp>
        <p:nvSpPr>
          <p:cNvPr id="8" name="">
            <a:extLst xmlns:a="http://schemas.openxmlformats.org/drawingml/2006/main">
              <a:ext uri="{FF2B5EF4-FFF2-40B4-BE49-F238E27FC236}">
                <a16:creationId xmlns:a16="http://schemas.microsoft.com/office/drawing/2014/main" id="{4C1F44A9-7201-412B-A87E-B40F4E66D36C}"/>
              </a:ext>
            </a:extLst>
          </p:cNvPr>
          <p:cNvSpPr>
            <a:spLocks xmlns:a="http://schemas.openxmlformats.org/drawingml/2006/main" noGrp="1"/>
          </p:cNvSpPr>
          <p:nvPr/>
        </p:nvSpPr>
        <p:spPr>
          <a:xfrm xmlns:a="http://schemas.openxmlformats.org/drawingml/2006/main">
            <a:off x="2933700" y="3800475"/>
            <a:ext cx="9525" cy="142875"/>
          </a:xfrm>
          <a:custGeom xmlns:a="http://schemas.openxmlformats.org/drawingml/2006/main">
            <a:pathLst>
              <a:path w="9525" h="142875">
                <a:moveTo>
                  <a:pt x="0" y="0"/>
                </a:moveTo>
                <a:lnTo>
                  <a:pt x="0" y="142875"/>
                </a:lnTo>
              </a:path>
            </a:pathLst>
          </a:custGeom>
          <a:noFill xmlns:a="http://schemas.openxmlformats.org/drawingml/2006/main"/>
          <a:ln xmlns:a="http://schemas.openxmlformats.org/drawingml/2006/main" w="19050">
            <a:solidFill>
              <a:srgbClr val="153749"/>
            </a:solidFill>
            <a:prstDash val="solid"/>
          </a:ln>
        </p:spPr>
      </p:sp>
      <p:sp>
        <p:nvSpPr>
          <p:cNvPr id="9" name="500">
            <a:extLst xmlns:a="http://schemas.openxmlformats.org/drawingml/2006/main">
              <a:ext uri="{FF2B5EF4-FFF2-40B4-BE49-F238E27FC236}">
                <a16:creationId xmlns:a16="http://schemas.microsoft.com/office/drawing/2014/main" id="{C980372A-3A1A-4F90-9966-B27FED4ABDB3}"/>
              </a:ext>
            </a:extLst>
          </p:cNvPr>
          <p:cNvSpPr>
            <a:spLocks xmlns:a="http://schemas.openxmlformats.org/drawingml/2006/main" noGrp="1"/>
          </p:cNvSpPr>
          <p:nvPr/>
        </p:nvSpPr>
        <p:spPr>
          <a:xfrm xmlns:a="http://schemas.openxmlformats.org/drawingml/2006/main">
            <a:off x="2628900" y="4057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5B737B"/>
                </a:solidFill>
                <a:latin typeface="Fira Sans"/>
                <a:ea typeface="Fira Sans"/>
                <a:cs typeface="Fira Sans"/>
              </a:defRPr>
            </a:defPPr>
            <a:lvl1pPr algn="ctr">
              <a:defRPr sz="1425" b="0">
                <a:solidFill>
                  <a:srgbClr val="5B737B"/>
                </a:solidFill>
                <a:latin typeface="Fira Sans"/>
                <a:ea typeface="Fira Sans"/>
                <a:cs typeface="Fira Sans"/>
              </a:defRPr>
            </a:lvl1pPr>
            <a:lvl2pPr algn="ctr">
              <a:defRPr sz="1425" b="0">
                <a:solidFill>
                  <a:srgbClr val="5B737B"/>
                </a:solidFill>
                <a:latin typeface="Fira Sans"/>
                <a:ea typeface="Fira Sans"/>
                <a:cs typeface="Fira Sans"/>
              </a:defRPr>
            </a:lvl2pPr>
            <a:lvl3pPr algn="ctr">
              <a:defRPr sz="1425" b="0">
                <a:solidFill>
                  <a:srgbClr val="5B737B"/>
                </a:solidFill>
                <a:latin typeface="Fira Sans"/>
                <a:ea typeface="Fira Sans"/>
                <a:cs typeface="Fira Sans"/>
              </a:defRPr>
            </a:lvl3pPr>
            <a:lvl4pPr algn="ctr">
              <a:defRPr sz="1425" b="0">
                <a:solidFill>
                  <a:srgbClr val="5B737B"/>
                </a:solidFill>
                <a:latin typeface="Fira Sans"/>
                <a:ea typeface="Fira Sans"/>
                <a:cs typeface="Fira Sans"/>
              </a:defRPr>
            </a:lvl4pPr>
            <a:lvl5pPr algn="ctr">
              <a:defRPr sz="1425" b="0">
                <a:solidFill>
                  <a:srgbClr val="5B737B"/>
                </a:solidFill>
                <a:latin typeface="Fira Sans"/>
                <a:ea typeface="Fira Sans"/>
                <a:cs typeface="Fira Sans"/>
              </a:defRPr>
            </a:lvl5pPr>
            <a:lvl6pPr algn="ctr">
              <a:defRPr sz="1425" b="0">
                <a:solidFill>
                  <a:srgbClr val="5B737B"/>
                </a:solidFill>
                <a:latin typeface="Fira Sans"/>
                <a:ea typeface="Fira Sans"/>
                <a:cs typeface="Fira Sans"/>
              </a:defRPr>
            </a:lvl6pPr>
            <a:lvl7pPr algn="ctr">
              <a:defRPr sz="1425" b="0">
                <a:solidFill>
                  <a:srgbClr val="5B737B"/>
                </a:solidFill>
                <a:latin typeface="Fira Sans"/>
                <a:ea typeface="Fira Sans"/>
                <a:cs typeface="Fira Sans"/>
              </a:defRPr>
            </a:lvl7pPr>
            <a:lvl8pPr algn="ctr">
              <a:defRPr sz="1425" b="0">
                <a:solidFill>
                  <a:srgbClr val="5B737B"/>
                </a:solidFill>
                <a:latin typeface="Fira Sans"/>
                <a:ea typeface="Fira Sans"/>
                <a:cs typeface="Fira Sans"/>
              </a:defRPr>
            </a:lvl8pPr>
            <a:lvl9pPr algn="ctr">
              <a:defRPr sz="1425" b="0">
                <a:solidFill>
                  <a:srgbClr val="5B737B"/>
                </a:solidFill>
                <a:latin typeface="Fira Sans"/>
                <a:ea typeface="Fira Sans"/>
                <a:cs typeface="Fira Sans"/>
              </a:defRPr>
            </a:lvl9pPr>
          </a:lstStyle>
          <a:p xmlns:a="http://schemas.openxmlformats.org/drawingml/2006/main">
            <a:pPr algn="ctr">
              <a:defRPr sz="1425" b="0">
                <a:solidFill>
                  <a:srgbClr val="5B737B"/>
                </a:solidFill>
                <a:latin typeface="Fira Sans"/>
                <a:ea typeface="Fira Sans"/>
                <a:cs typeface="Fira Sans"/>
              </a:defRPr>
            </a:pPr>
            <a:r>
              <a:rPr sz="1425" b="0">
                <a:solidFill>
                  <a:srgbClr val="5B737B"/>
                </a:solidFill>
                <a:latin typeface="Fira Sans"/>
                <a:ea typeface="Fira Sans"/>
                <a:cs typeface="Fira Sans"/>
              </a:rPr>
              <a:t>500</a:t>
            </a:r>
          </a:p>
        </p:txBody>
      </p:sp>
      <p:sp>
        <p:nvSpPr>
          <p:cNvPr id="10" name="">
            <a:extLst xmlns:a="http://schemas.openxmlformats.org/drawingml/2006/main">
              <a:ext uri="{FF2B5EF4-FFF2-40B4-BE49-F238E27FC236}">
                <a16:creationId xmlns:a16="http://schemas.microsoft.com/office/drawing/2014/main" id="{263D6CB5-AFF4-4584-8D09-7DA595A7B142}"/>
              </a:ext>
            </a:extLst>
          </p:cNvPr>
          <p:cNvSpPr>
            <a:spLocks xmlns:a="http://schemas.openxmlformats.org/drawingml/2006/main" noGrp="1"/>
          </p:cNvSpPr>
          <p:nvPr/>
        </p:nvSpPr>
        <p:spPr>
          <a:xfrm xmlns:a="http://schemas.openxmlformats.org/drawingml/2006/main">
            <a:off x="5010150" y="3800475"/>
            <a:ext cx="9525" cy="142875"/>
          </a:xfrm>
          <a:custGeom xmlns:a="http://schemas.openxmlformats.org/drawingml/2006/main">
            <a:pathLst>
              <a:path w="9525" h="142875">
                <a:moveTo>
                  <a:pt x="0" y="0"/>
                </a:moveTo>
                <a:lnTo>
                  <a:pt x="0" y="142875"/>
                </a:lnTo>
              </a:path>
            </a:pathLst>
          </a:custGeom>
          <a:noFill xmlns:a="http://schemas.openxmlformats.org/drawingml/2006/main"/>
          <a:ln xmlns:a="http://schemas.openxmlformats.org/drawingml/2006/main" w="19050">
            <a:solidFill>
              <a:srgbClr val="153749"/>
            </a:solidFill>
            <a:prstDash val="solid"/>
          </a:ln>
        </p:spPr>
      </p:sp>
      <p:sp>
        <p:nvSpPr>
          <p:cNvPr id="11" name="600">
            <a:extLst xmlns:a="http://schemas.openxmlformats.org/drawingml/2006/main">
              <a:ext uri="{FF2B5EF4-FFF2-40B4-BE49-F238E27FC236}">
                <a16:creationId xmlns:a16="http://schemas.microsoft.com/office/drawing/2014/main" id="{E4A2C0C3-AE99-4F68-931D-4E64D18A66BF}"/>
              </a:ext>
            </a:extLst>
          </p:cNvPr>
          <p:cNvSpPr>
            <a:spLocks xmlns:a="http://schemas.openxmlformats.org/drawingml/2006/main" noGrp="1"/>
          </p:cNvSpPr>
          <p:nvPr/>
        </p:nvSpPr>
        <p:spPr>
          <a:xfrm xmlns:a="http://schemas.openxmlformats.org/drawingml/2006/main">
            <a:off x="4705350" y="4057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5B737B"/>
                </a:solidFill>
                <a:latin typeface="Fira Sans"/>
                <a:ea typeface="Fira Sans"/>
                <a:cs typeface="Fira Sans"/>
              </a:defRPr>
            </a:defPPr>
            <a:lvl1pPr algn="ctr">
              <a:defRPr sz="1425" b="0">
                <a:solidFill>
                  <a:srgbClr val="5B737B"/>
                </a:solidFill>
                <a:latin typeface="Fira Sans"/>
                <a:ea typeface="Fira Sans"/>
                <a:cs typeface="Fira Sans"/>
              </a:defRPr>
            </a:lvl1pPr>
            <a:lvl2pPr algn="ctr">
              <a:defRPr sz="1425" b="0">
                <a:solidFill>
                  <a:srgbClr val="5B737B"/>
                </a:solidFill>
                <a:latin typeface="Fira Sans"/>
                <a:ea typeface="Fira Sans"/>
                <a:cs typeface="Fira Sans"/>
              </a:defRPr>
            </a:lvl2pPr>
            <a:lvl3pPr algn="ctr">
              <a:defRPr sz="1425" b="0">
                <a:solidFill>
                  <a:srgbClr val="5B737B"/>
                </a:solidFill>
                <a:latin typeface="Fira Sans"/>
                <a:ea typeface="Fira Sans"/>
                <a:cs typeface="Fira Sans"/>
              </a:defRPr>
            </a:lvl3pPr>
            <a:lvl4pPr algn="ctr">
              <a:defRPr sz="1425" b="0">
                <a:solidFill>
                  <a:srgbClr val="5B737B"/>
                </a:solidFill>
                <a:latin typeface="Fira Sans"/>
                <a:ea typeface="Fira Sans"/>
                <a:cs typeface="Fira Sans"/>
              </a:defRPr>
            </a:lvl4pPr>
            <a:lvl5pPr algn="ctr">
              <a:defRPr sz="1425" b="0">
                <a:solidFill>
                  <a:srgbClr val="5B737B"/>
                </a:solidFill>
                <a:latin typeface="Fira Sans"/>
                <a:ea typeface="Fira Sans"/>
                <a:cs typeface="Fira Sans"/>
              </a:defRPr>
            </a:lvl5pPr>
            <a:lvl6pPr algn="ctr">
              <a:defRPr sz="1425" b="0">
                <a:solidFill>
                  <a:srgbClr val="5B737B"/>
                </a:solidFill>
                <a:latin typeface="Fira Sans"/>
                <a:ea typeface="Fira Sans"/>
                <a:cs typeface="Fira Sans"/>
              </a:defRPr>
            </a:lvl6pPr>
            <a:lvl7pPr algn="ctr">
              <a:defRPr sz="1425" b="0">
                <a:solidFill>
                  <a:srgbClr val="5B737B"/>
                </a:solidFill>
                <a:latin typeface="Fira Sans"/>
                <a:ea typeface="Fira Sans"/>
                <a:cs typeface="Fira Sans"/>
              </a:defRPr>
            </a:lvl7pPr>
            <a:lvl8pPr algn="ctr">
              <a:defRPr sz="1425" b="0">
                <a:solidFill>
                  <a:srgbClr val="5B737B"/>
                </a:solidFill>
                <a:latin typeface="Fira Sans"/>
                <a:ea typeface="Fira Sans"/>
                <a:cs typeface="Fira Sans"/>
              </a:defRPr>
            </a:lvl8pPr>
            <a:lvl9pPr algn="ctr">
              <a:defRPr sz="1425" b="0">
                <a:solidFill>
                  <a:srgbClr val="5B737B"/>
                </a:solidFill>
                <a:latin typeface="Fira Sans"/>
                <a:ea typeface="Fira Sans"/>
                <a:cs typeface="Fira Sans"/>
              </a:defRPr>
            </a:lvl9pPr>
          </a:lstStyle>
          <a:p xmlns:a="http://schemas.openxmlformats.org/drawingml/2006/main">
            <a:pPr algn="ctr">
              <a:defRPr sz="1425" b="0">
                <a:solidFill>
                  <a:srgbClr val="5B737B"/>
                </a:solidFill>
                <a:latin typeface="Fira Sans"/>
                <a:ea typeface="Fira Sans"/>
                <a:cs typeface="Fira Sans"/>
              </a:defRPr>
            </a:pPr>
            <a:r>
              <a:rPr sz="1425" b="0">
                <a:solidFill>
                  <a:srgbClr val="5B737B"/>
                </a:solidFill>
                <a:latin typeface="Fira Sans"/>
                <a:ea typeface="Fira Sans"/>
                <a:cs typeface="Fira Sans"/>
              </a:rPr>
              <a:t>600</a:t>
            </a:r>
          </a:p>
        </p:txBody>
      </p:sp>
      <p:sp>
        <p:nvSpPr>
          <p:cNvPr id="12" name="">
            <a:extLst xmlns:a="http://schemas.openxmlformats.org/drawingml/2006/main">
              <a:ext uri="{FF2B5EF4-FFF2-40B4-BE49-F238E27FC236}">
                <a16:creationId xmlns:a16="http://schemas.microsoft.com/office/drawing/2014/main" id="{57DA0D83-3907-484F-A38E-3B3D31E22DBC}"/>
              </a:ext>
            </a:extLst>
          </p:cNvPr>
          <p:cNvSpPr>
            <a:spLocks xmlns:a="http://schemas.openxmlformats.org/drawingml/2006/main" noGrp="1"/>
          </p:cNvSpPr>
          <p:nvPr/>
        </p:nvSpPr>
        <p:spPr>
          <a:xfrm xmlns:a="http://schemas.openxmlformats.org/drawingml/2006/main">
            <a:off x="7086600" y="3800475"/>
            <a:ext cx="9525" cy="142875"/>
          </a:xfrm>
          <a:custGeom xmlns:a="http://schemas.openxmlformats.org/drawingml/2006/main">
            <a:pathLst>
              <a:path w="9525" h="142875">
                <a:moveTo>
                  <a:pt x="0" y="0"/>
                </a:moveTo>
                <a:lnTo>
                  <a:pt x="0" y="142875"/>
                </a:lnTo>
              </a:path>
            </a:pathLst>
          </a:custGeom>
          <a:noFill xmlns:a="http://schemas.openxmlformats.org/drawingml/2006/main"/>
          <a:ln xmlns:a="http://schemas.openxmlformats.org/drawingml/2006/main" w="19050">
            <a:solidFill>
              <a:srgbClr val="153749"/>
            </a:solidFill>
            <a:prstDash val="solid"/>
          </a:ln>
        </p:spPr>
      </p:sp>
      <p:sp>
        <p:nvSpPr>
          <p:cNvPr id="13" name="700">
            <a:extLst xmlns:a="http://schemas.openxmlformats.org/drawingml/2006/main">
              <a:ext uri="{FF2B5EF4-FFF2-40B4-BE49-F238E27FC236}">
                <a16:creationId xmlns:a16="http://schemas.microsoft.com/office/drawing/2014/main" id="{67B64191-BDFE-4C70-B642-BD0BB9E3A3FD}"/>
              </a:ext>
            </a:extLst>
          </p:cNvPr>
          <p:cNvSpPr>
            <a:spLocks xmlns:a="http://schemas.openxmlformats.org/drawingml/2006/main" noGrp="1"/>
          </p:cNvSpPr>
          <p:nvPr/>
        </p:nvSpPr>
        <p:spPr>
          <a:xfrm xmlns:a="http://schemas.openxmlformats.org/drawingml/2006/main">
            <a:off x="6781800" y="4057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5B737B"/>
                </a:solidFill>
                <a:latin typeface="Fira Sans"/>
                <a:ea typeface="Fira Sans"/>
                <a:cs typeface="Fira Sans"/>
              </a:defRPr>
            </a:defPPr>
            <a:lvl1pPr algn="ctr">
              <a:defRPr sz="1425" b="0">
                <a:solidFill>
                  <a:srgbClr val="5B737B"/>
                </a:solidFill>
                <a:latin typeface="Fira Sans"/>
                <a:ea typeface="Fira Sans"/>
                <a:cs typeface="Fira Sans"/>
              </a:defRPr>
            </a:lvl1pPr>
            <a:lvl2pPr algn="ctr">
              <a:defRPr sz="1425" b="0">
                <a:solidFill>
                  <a:srgbClr val="5B737B"/>
                </a:solidFill>
                <a:latin typeface="Fira Sans"/>
                <a:ea typeface="Fira Sans"/>
                <a:cs typeface="Fira Sans"/>
              </a:defRPr>
            </a:lvl2pPr>
            <a:lvl3pPr algn="ctr">
              <a:defRPr sz="1425" b="0">
                <a:solidFill>
                  <a:srgbClr val="5B737B"/>
                </a:solidFill>
                <a:latin typeface="Fira Sans"/>
                <a:ea typeface="Fira Sans"/>
                <a:cs typeface="Fira Sans"/>
              </a:defRPr>
            </a:lvl3pPr>
            <a:lvl4pPr algn="ctr">
              <a:defRPr sz="1425" b="0">
                <a:solidFill>
                  <a:srgbClr val="5B737B"/>
                </a:solidFill>
                <a:latin typeface="Fira Sans"/>
                <a:ea typeface="Fira Sans"/>
                <a:cs typeface="Fira Sans"/>
              </a:defRPr>
            </a:lvl4pPr>
            <a:lvl5pPr algn="ctr">
              <a:defRPr sz="1425" b="0">
                <a:solidFill>
                  <a:srgbClr val="5B737B"/>
                </a:solidFill>
                <a:latin typeface="Fira Sans"/>
                <a:ea typeface="Fira Sans"/>
                <a:cs typeface="Fira Sans"/>
              </a:defRPr>
            </a:lvl5pPr>
            <a:lvl6pPr algn="ctr">
              <a:defRPr sz="1425" b="0">
                <a:solidFill>
                  <a:srgbClr val="5B737B"/>
                </a:solidFill>
                <a:latin typeface="Fira Sans"/>
                <a:ea typeface="Fira Sans"/>
                <a:cs typeface="Fira Sans"/>
              </a:defRPr>
            </a:lvl6pPr>
            <a:lvl7pPr algn="ctr">
              <a:defRPr sz="1425" b="0">
                <a:solidFill>
                  <a:srgbClr val="5B737B"/>
                </a:solidFill>
                <a:latin typeface="Fira Sans"/>
                <a:ea typeface="Fira Sans"/>
                <a:cs typeface="Fira Sans"/>
              </a:defRPr>
            </a:lvl7pPr>
            <a:lvl8pPr algn="ctr">
              <a:defRPr sz="1425" b="0">
                <a:solidFill>
                  <a:srgbClr val="5B737B"/>
                </a:solidFill>
                <a:latin typeface="Fira Sans"/>
                <a:ea typeface="Fira Sans"/>
                <a:cs typeface="Fira Sans"/>
              </a:defRPr>
            </a:lvl8pPr>
            <a:lvl9pPr algn="ctr">
              <a:defRPr sz="1425" b="0">
                <a:solidFill>
                  <a:srgbClr val="5B737B"/>
                </a:solidFill>
                <a:latin typeface="Fira Sans"/>
                <a:ea typeface="Fira Sans"/>
                <a:cs typeface="Fira Sans"/>
              </a:defRPr>
            </a:lvl9pPr>
          </a:lstStyle>
          <a:p xmlns:a="http://schemas.openxmlformats.org/drawingml/2006/main">
            <a:pPr algn="ctr">
              <a:defRPr sz="1425" b="0">
                <a:solidFill>
                  <a:srgbClr val="5B737B"/>
                </a:solidFill>
                <a:latin typeface="Fira Sans"/>
                <a:ea typeface="Fira Sans"/>
                <a:cs typeface="Fira Sans"/>
              </a:defRPr>
            </a:pPr>
            <a:r>
              <a:rPr sz="1425" b="0">
                <a:solidFill>
                  <a:srgbClr val="5B737B"/>
                </a:solidFill>
                <a:latin typeface="Fira Sans"/>
                <a:ea typeface="Fira Sans"/>
                <a:cs typeface="Fira Sans"/>
              </a:rPr>
              <a:t>700</a:t>
            </a:r>
          </a:p>
        </p:txBody>
      </p:sp>
      <p:sp>
        <p:nvSpPr>
          <p:cNvPr id="14" name="">
            <a:extLst xmlns:a="http://schemas.openxmlformats.org/drawingml/2006/main">
              <a:ext uri="{FF2B5EF4-FFF2-40B4-BE49-F238E27FC236}">
                <a16:creationId xmlns:a16="http://schemas.microsoft.com/office/drawing/2014/main" id="{5FC6B0B8-04F2-4E19-B906-80BB49054216}"/>
              </a:ext>
            </a:extLst>
          </p:cNvPr>
          <p:cNvSpPr>
            <a:spLocks xmlns:a="http://schemas.openxmlformats.org/drawingml/2006/main" noGrp="1"/>
          </p:cNvSpPr>
          <p:nvPr/>
        </p:nvSpPr>
        <p:spPr>
          <a:xfrm xmlns:a="http://schemas.openxmlformats.org/drawingml/2006/main">
            <a:off x="9163050" y="3800475"/>
            <a:ext cx="9525" cy="142875"/>
          </a:xfrm>
          <a:custGeom xmlns:a="http://schemas.openxmlformats.org/drawingml/2006/main">
            <a:pathLst>
              <a:path w="9525" h="142875">
                <a:moveTo>
                  <a:pt x="0" y="0"/>
                </a:moveTo>
                <a:lnTo>
                  <a:pt x="0" y="142875"/>
                </a:lnTo>
              </a:path>
            </a:pathLst>
          </a:custGeom>
          <a:noFill xmlns:a="http://schemas.openxmlformats.org/drawingml/2006/main"/>
          <a:ln xmlns:a="http://schemas.openxmlformats.org/drawingml/2006/main" w="19050">
            <a:solidFill>
              <a:srgbClr val="153749"/>
            </a:solidFill>
            <a:prstDash val="solid"/>
          </a:ln>
        </p:spPr>
      </p:sp>
      <p:sp>
        <p:nvSpPr>
          <p:cNvPr id="15" name="800">
            <a:extLst xmlns:a="http://schemas.openxmlformats.org/drawingml/2006/main">
              <a:ext uri="{FF2B5EF4-FFF2-40B4-BE49-F238E27FC236}">
                <a16:creationId xmlns:a16="http://schemas.microsoft.com/office/drawing/2014/main" id="{779E64C1-D798-4321-94B8-5B3A9BA8BF16}"/>
              </a:ext>
            </a:extLst>
          </p:cNvPr>
          <p:cNvSpPr>
            <a:spLocks xmlns:a="http://schemas.openxmlformats.org/drawingml/2006/main" noGrp="1"/>
          </p:cNvSpPr>
          <p:nvPr/>
        </p:nvSpPr>
        <p:spPr>
          <a:xfrm xmlns:a="http://schemas.openxmlformats.org/drawingml/2006/main">
            <a:off x="8858250" y="4057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5B737B"/>
                </a:solidFill>
                <a:latin typeface="Fira Sans"/>
                <a:ea typeface="Fira Sans"/>
                <a:cs typeface="Fira Sans"/>
              </a:defRPr>
            </a:defPPr>
            <a:lvl1pPr algn="ctr">
              <a:defRPr sz="1425" b="0">
                <a:solidFill>
                  <a:srgbClr val="5B737B"/>
                </a:solidFill>
                <a:latin typeface="Fira Sans"/>
                <a:ea typeface="Fira Sans"/>
                <a:cs typeface="Fira Sans"/>
              </a:defRPr>
            </a:lvl1pPr>
            <a:lvl2pPr algn="ctr">
              <a:defRPr sz="1425" b="0">
                <a:solidFill>
                  <a:srgbClr val="5B737B"/>
                </a:solidFill>
                <a:latin typeface="Fira Sans"/>
                <a:ea typeface="Fira Sans"/>
                <a:cs typeface="Fira Sans"/>
              </a:defRPr>
            </a:lvl2pPr>
            <a:lvl3pPr algn="ctr">
              <a:defRPr sz="1425" b="0">
                <a:solidFill>
                  <a:srgbClr val="5B737B"/>
                </a:solidFill>
                <a:latin typeface="Fira Sans"/>
                <a:ea typeface="Fira Sans"/>
                <a:cs typeface="Fira Sans"/>
              </a:defRPr>
            </a:lvl3pPr>
            <a:lvl4pPr algn="ctr">
              <a:defRPr sz="1425" b="0">
                <a:solidFill>
                  <a:srgbClr val="5B737B"/>
                </a:solidFill>
                <a:latin typeface="Fira Sans"/>
                <a:ea typeface="Fira Sans"/>
                <a:cs typeface="Fira Sans"/>
              </a:defRPr>
            </a:lvl4pPr>
            <a:lvl5pPr algn="ctr">
              <a:defRPr sz="1425" b="0">
                <a:solidFill>
                  <a:srgbClr val="5B737B"/>
                </a:solidFill>
                <a:latin typeface="Fira Sans"/>
                <a:ea typeface="Fira Sans"/>
                <a:cs typeface="Fira Sans"/>
              </a:defRPr>
            </a:lvl5pPr>
            <a:lvl6pPr algn="ctr">
              <a:defRPr sz="1425" b="0">
                <a:solidFill>
                  <a:srgbClr val="5B737B"/>
                </a:solidFill>
                <a:latin typeface="Fira Sans"/>
                <a:ea typeface="Fira Sans"/>
                <a:cs typeface="Fira Sans"/>
              </a:defRPr>
            </a:lvl6pPr>
            <a:lvl7pPr algn="ctr">
              <a:defRPr sz="1425" b="0">
                <a:solidFill>
                  <a:srgbClr val="5B737B"/>
                </a:solidFill>
                <a:latin typeface="Fira Sans"/>
                <a:ea typeface="Fira Sans"/>
                <a:cs typeface="Fira Sans"/>
              </a:defRPr>
            </a:lvl7pPr>
            <a:lvl8pPr algn="ctr">
              <a:defRPr sz="1425" b="0">
                <a:solidFill>
                  <a:srgbClr val="5B737B"/>
                </a:solidFill>
                <a:latin typeface="Fira Sans"/>
                <a:ea typeface="Fira Sans"/>
                <a:cs typeface="Fira Sans"/>
              </a:defRPr>
            </a:lvl8pPr>
            <a:lvl9pPr algn="ctr">
              <a:defRPr sz="1425" b="0">
                <a:solidFill>
                  <a:srgbClr val="5B737B"/>
                </a:solidFill>
                <a:latin typeface="Fira Sans"/>
                <a:ea typeface="Fira Sans"/>
                <a:cs typeface="Fira Sans"/>
              </a:defRPr>
            </a:lvl9pPr>
          </a:lstStyle>
          <a:p xmlns:a="http://schemas.openxmlformats.org/drawingml/2006/main">
            <a:pPr algn="ctr">
              <a:defRPr sz="1425" b="0">
                <a:solidFill>
                  <a:srgbClr val="5B737B"/>
                </a:solidFill>
                <a:latin typeface="Fira Sans"/>
                <a:ea typeface="Fira Sans"/>
                <a:cs typeface="Fira Sans"/>
              </a:defRPr>
            </a:pPr>
            <a:r>
              <a:rPr sz="1425" b="0">
                <a:solidFill>
                  <a:srgbClr val="5B737B"/>
                </a:solidFill>
                <a:latin typeface="Fira Sans"/>
                <a:ea typeface="Fira Sans"/>
                <a:cs typeface="Fira Sans"/>
              </a:rPr>
              <a:t>800</a:t>
            </a:r>
          </a:p>
        </p:txBody>
      </p:sp>
      <p:sp>
        <p:nvSpPr>
          <p:cNvPr id="16" name="">
            <a:extLst xmlns:a="http://schemas.openxmlformats.org/drawingml/2006/main">
              <a:ext uri="{FF2B5EF4-FFF2-40B4-BE49-F238E27FC236}">
                <a16:creationId xmlns:a16="http://schemas.microsoft.com/office/drawing/2014/main" id="{9CDB7A85-CB08-4724-B0BA-FF6BE2337CE7}"/>
              </a:ext>
            </a:extLst>
          </p:cNvPr>
          <p:cNvSpPr>
            <a:spLocks xmlns:a="http://schemas.openxmlformats.org/drawingml/2006/main" noGrp="1"/>
          </p:cNvSpPr>
          <p:nvPr/>
        </p:nvSpPr>
        <p:spPr>
          <a:xfrm xmlns:a="http://schemas.openxmlformats.org/drawingml/2006/main">
            <a:off x="11239500" y="3800475"/>
            <a:ext cx="9525" cy="142875"/>
          </a:xfrm>
          <a:custGeom xmlns:a="http://schemas.openxmlformats.org/drawingml/2006/main">
            <a:pathLst>
              <a:path w="9525" h="142875">
                <a:moveTo>
                  <a:pt x="0" y="0"/>
                </a:moveTo>
                <a:lnTo>
                  <a:pt x="0" y="142875"/>
                </a:lnTo>
              </a:path>
            </a:pathLst>
          </a:custGeom>
          <a:noFill xmlns:a="http://schemas.openxmlformats.org/drawingml/2006/main"/>
          <a:ln xmlns:a="http://schemas.openxmlformats.org/drawingml/2006/main" w="19050">
            <a:solidFill>
              <a:srgbClr val="153749"/>
            </a:solidFill>
            <a:prstDash val="solid"/>
          </a:ln>
        </p:spPr>
      </p:sp>
      <p:sp>
        <p:nvSpPr>
          <p:cNvPr id="17" name="900">
            <a:extLst xmlns:a="http://schemas.openxmlformats.org/drawingml/2006/main">
              <a:ext uri="{FF2B5EF4-FFF2-40B4-BE49-F238E27FC236}">
                <a16:creationId xmlns:a16="http://schemas.microsoft.com/office/drawing/2014/main" id="{D9200239-1D02-478C-B11A-13AACB96FCEB}"/>
              </a:ext>
            </a:extLst>
          </p:cNvPr>
          <p:cNvSpPr>
            <a:spLocks xmlns:a="http://schemas.openxmlformats.org/drawingml/2006/main" noGrp="1"/>
          </p:cNvSpPr>
          <p:nvPr/>
        </p:nvSpPr>
        <p:spPr>
          <a:xfrm xmlns:a="http://schemas.openxmlformats.org/drawingml/2006/main">
            <a:off x="10934700" y="4057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0">
                <a:solidFill>
                  <a:srgbClr val="5B737B"/>
                </a:solidFill>
                <a:latin typeface="Fira Sans"/>
                <a:ea typeface="Fira Sans"/>
                <a:cs typeface="Fira Sans"/>
              </a:defRPr>
            </a:defPPr>
            <a:lvl1pPr algn="ctr">
              <a:defRPr sz="1425" b="0">
                <a:solidFill>
                  <a:srgbClr val="5B737B"/>
                </a:solidFill>
                <a:latin typeface="Fira Sans"/>
                <a:ea typeface="Fira Sans"/>
                <a:cs typeface="Fira Sans"/>
              </a:defRPr>
            </a:lvl1pPr>
            <a:lvl2pPr algn="ctr">
              <a:defRPr sz="1425" b="0">
                <a:solidFill>
                  <a:srgbClr val="5B737B"/>
                </a:solidFill>
                <a:latin typeface="Fira Sans"/>
                <a:ea typeface="Fira Sans"/>
                <a:cs typeface="Fira Sans"/>
              </a:defRPr>
            </a:lvl2pPr>
            <a:lvl3pPr algn="ctr">
              <a:defRPr sz="1425" b="0">
                <a:solidFill>
                  <a:srgbClr val="5B737B"/>
                </a:solidFill>
                <a:latin typeface="Fira Sans"/>
                <a:ea typeface="Fira Sans"/>
                <a:cs typeface="Fira Sans"/>
              </a:defRPr>
            </a:lvl3pPr>
            <a:lvl4pPr algn="ctr">
              <a:defRPr sz="1425" b="0">
                <a:solidFill>
                  <a:srgbClr val="5B737B"/>
                </a:solidFill>
                <a:latin typeface="Fira Sans"/>
                <a:ea typeface="Fira Sans"/>
                <a:cs typeface="Fira Sans"/>
              </a:defRPr>
            </a:lvl4pPr>
            <a:lvl5pPr algn="ctr">
              <a:defRPr sz="1425" b="0">
                <a:solidFill>
                  <a:srgbClr val="5B737B"/>
                </a:solidFill>
                <a:latin typeface="Fira Sans"/>
                <a:ea typeface="Fira Sans"/>
                <a:cs typeface="Fira Sans"/>
              </a:defRPr>
            </a:lvl5pPr>
            <a:lvl6pPr algn="ctr">
              <a:defRPr sz="1425" b="0">
                <a:solidFill>
                  <a:srgbClr val="5B737B"/>
                </a:solidFill>
                <a:latin typeface="Fira Sans"/>
                <a:ea typeface="Fira Sans"/>
                <a:cs typeface="Fira Sans"/>
              </a:defRPr>
            </a:lvl6pPr>
            <a:lvl7pPr algn="ctr">
              <a:defRPr sz="1425" b="0">
                <a:solidFill>
                  <a:srgbClr val="5B737B"/>
                </a:solidFill>
                <a:latin typeface="Fira Sans"/>
                <a:ea typeface="Fira Sans"/>
                <a:cs typeface="Fira Sans"/>
              </a:defRPr>
            </a:lvl7pPr>
            <a:lvl8pPr algn="ctr">
              <a:defRPr sz="1425" b="0">
                <a:solidFill>
                  <a:srgbClr val="5B737B"/>
                </a:solidFill>
                <a:latin typeface="Fira Sans"/>
                <a:ea typeface="Fira Sans"/>
                <a:cs typeface="Fira Sans"/>
              </a:defRPr>
            </a:lvl8pPr>
            <a:lvl9pPr algn="ctr">
              <a:defRPr sz="1425" b="0">
                <a:solidFill>
                  <a:srgbClr val="5B737B"/>
                </a:solidFill>
                <a:latin typeface="Fira Sans"/>
                <a:ea typeface="Fira Sans"/>
                <a:cs typeface="Fira Sans"/>
              </a:defRPr>
            </a:lvl9pPr>
          </a:lstStyle>
          <a:p xmlns:a="http://schemas.openxmlformats.org/drawingml/2006/main">
            <a:pPr algn="ctr">
              <a:defRPr sz="1425" b="0">
                <a:solidFill>
                  <a:srgbClr val="5B737B"/>
                </a:solidFill>
                <a:latin typeface="Fira Sans"/>
                <a:ea typeface="Fira Sans"/>
                <a:cs typeface="Fira Sans"/>
              </a:defRPr>
            </a:pPr>
            <a:r>
              <a:rPr sz="1425" b="0">
                <a:solidFill>
                  <a:srgbClr val="5B737B"/>
                </a:solidFill>
                <a:latin typeface="Fira Sans"/>
                <a:ea typeface="Fira Sans"/>
                <a:cs typeface="Fira Sans"/>
              </a:rPr>
              <a:t>900</a:t>
            </a:r>
          </a:p>
        </p:txBody>
      </p:sp>
      <p:sp>
        <p:nvSpPr>
          <p:cNvPr id="18" name="Longitud de onda (nm)">
            <a:extLst xmlns:a="http://schemas.openxmlformats.org/drawingml/2006/main">
              <a:ext uri="{FF2B5EF4-FFF2-40B4-BE49-F238E27FC236}">
                <a16:creationId xmlns:a16="http://schemas.microsoft.com/office/drawing/2014/main" id="{4C686A4E-FA87-4706-915B-D19DA0B08D76}"/>
              </a:ext>
            </a:extLst>
          </p:cNvPr>
          <p:cNvSpPr>
            <a:spLocks xmlns:a="http://schemas.openxmlformats.org/drawingml/2006/main" noGrp="1"/>
          </p:cNvSpPr>
          <p:nvPr/>
        </p:nvSpPr>
        <p:spPr>
          <a:xfrm xmlns:a="http://schemas.openxmlformats.org/drawingml/2006/main">
            <a:off x="7810500" y="4476750"/>
            <a:ext cx="3524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B737B"/>
                </a:solidFill>
                <a:latin typeface="Fira Sans"/>
                <a:ea typeface="Fira Sans"/>
                <a:cs typeface="Fira Sans"/>
              </a:defRPr>
            </a:defPPr>
            <a:lvl1pPr algn="r">
              <a:defRPr sz="1500" b="0">
                <a:solidFill>
                  <a:srgbClr val="5B737B"/>
                </a:solidFill>
                <a:latin typeface="Fira Sans"/>
                <a:ea typeface="Fira Sans"/>
                <a:cs typeface="Fira Sans"/>
              </a:defRPr>
            </a:lvl1pPr>
            <a:lvl2pPr algn="r">
              <a:defRPr sz="1500" b="0">
                <a:solidFill>
                  <a:srgbClr val="5B737B"/>
                </a:solidFill>
                <a:latin typeface="Fira Sans"/>
                <a:ea typeface="Fira Sans"/>
                <a:cs typeface="Fira Sans"/>
              </a:defRPr>
            </a:lvl2pPr>
            <a:lvl3pPr algn="r">
              <a:defRPr sz="1500" b="0">
                <a:solidFill>
                  <a:srgbClr val="5B737B"/>
                </a:solidFill>
                <a:latin typeface="Fira Sans"/>
                <a:ea typeface="Fira Sans"/>
                <a:cs typeface="Fira Sans"/>
              </a:defRPr>
            </a:lvl3pPr>
            <a:lvl4pPr algn="r">
              <a:defRPr sz="1500" b="0">
                <a:solidFill>
                  <a:srgbClr val="5B737B"/>
                </a:solidFill>
                <a:latin typeface="Fira Sans"/>
                <a:ea typeface="Fira Sans"/>
                <a:cs typeface="Fira Sans"/>
              </a:defRPr>
            </a:lvl4pPr>
            <a:lvl5pPr algn="r">
              <a:defRPr sz="1500" b="0">
                <a:solidFill>
                  <a:srgbClr val="5B737B"/>
                </a:solidFill>
                <a:latin typeface="Fira Sans"/>
                <a:ea typeface="Fira Sans"/>
                <a:cs typeface="Fira Sans"/>
              </a:defRPr>
            </a:lvl5pPr>
            <a:lvl6pPr algn="r">
              <a:defRPr sz="1500" b="0">
                <a:solidFill>
                  <a:srgbClr val="5B737B"/>
                </a:solidFill>
                <a:latin typeface="Fira Sans"/>
                <a:ea typeface="Fira Sans"/>
                <a:cs typeface="Fira Sans"/>
              </a:defRPr>
            </a:lvl6pPr>
            <a:lvl7pPr algn="r">
              <a:defRPr sz="1500" b="0">
                <a:solidFill>
                  <a:srgbClr val="5B737B"/>
                </a:solidFill>
                <a:latin typeface="Fira Sans"/>
                <a:ea typeface="Fira Sans"/>
                <a:cs typeface="Fira Sans"/>
              </a:defRPr>
            </a:lvl7pPr>
            <a:lvl8pPr algn="r">
              <a:defRPr sz="1500" b="0">
                <a:solidFill>
                  <a:srgbClr val="5B737B"/>
                </a:solidFill>
                <a:latin typeface="Fira Sans"/>
                <a:ea typeface="Fira Sans"/>
                <a:cs typeface="Fira Sans"/>
              </a:defRPr>
            </a:lvl8pPr>
            <a:lvl9pPr algn="r">
              <a:defRPr sz="1500" b="0">
                <a:solidFill>
                  <a:srgbClr val="5B737B"/>
                </a:solidFill>
                <a:latin typeface="Fira Sans"/>
                <a:ea typeface="Fira Sans"/>
                <a:cs typeface="Fira Sans"/>
              </a:defRPr>
            </a:lvl9pPr>
          </a:lstStyle>
          <a:p xmlns:a="http://schemas.openxmlformats.org/drawingml/2006/main">
            <a:pPr algn="r">
              <a:defRPr sz="1500" b="0">
                <a:solidFill>
                  <a:srgbClr val="5B737B"/>
                </a:solidFill>
                <a:latin typeface="Fira Sans"/>
                <a:ea typeface="Fira Sans"/>
                <a:cs typeface="Fira Sans"/>
              </a:defRPr>
            </a:pPr>
            <a:r>
              <a:rPr sz="1500" b="0">
                <a:solidFill>
                  <a:srgbClr val="5B737B"/>
                </a:solidFill>
                <a:latin typeface="Fira Sans"/>
                <a:ea typeface="Fira Sans"/>
                <a:cs typeface="Fira Sans"/>
              </a:rPr>
              <a:t>Longitud de onda (nm)</a:t>
            </a:r>
          </a:p>
        </p:txBody>
      </p:sp>
      <p:sp>
        <p:nvSpPr>
          <p:cNvPr id="19" name="">
            <a:extLst xmlns:a="http://schemas.openxmlformats.org/drawingml/2006/main">
              <a:ext uri="{FF2B5EF4-FFF2-40B4-BE49-F238E27FC236}">
                <a16:creationId xmlns:a16="http://schemas.microsoft.com/office/drawing/2014/main" id="{ED9C74D2-88F2-4218-96FD-0375AA1C339B}"/>
              </a:ext>
            </a:extLst>
          </p:cNvPr>
          <p:cNvSpPr>
            <a:spLocks xmlns:a="http://schemas.openxmlformats.org/drawingml/2006/main" noGrp="1"/>
          </p:cNvSpPr>
          <p:nvPr/>
        </p:nvSpPr>
        <p:spPr>
          <a:xfrm xmlns:a="http://schemas.openxmlformats.org/drawingml/2006/main">
            <a:off x="857250" y="2114550"/>
            <a:ext cx="6229350" cy="666750"/>
          </a:xfrm>
          <a:prstGeom xmlns:a="http://schemas.openxmlformats.org/drawingml/2006/main" prst="rect">
            <a:avLst/>
          </a:prstGeom>
          <a:solidFill xmlns:a="http://schemas.openxmlformats.org/drawingml/2006/main">
            <a:srgbClr val="EDF4F4"/>
          </a:solidFill>
          <a:ln xmlns:a="http://schemas.openxmlformats.org/drawingml/2006/main" w="0">
            <a:noFill/>
            <a:prstDash val="solid"/>
          </a:ln>
        </p:spPr>
      </p:sp>
      <p:sp>
        <p:nvSpPr>
          <p:cNvPr id="20" name="Luz visible: RGB">
            <a:extLst xmlns:a="http://schemas.openxmlformats.org/drawingml/2006/main">
              <a:ext uri="{FF2B5EF4-FFF2-40B4-BE49-F238E27FC236}">
                <a16:creationId xmlns:a16="http://schemas.microsoft.com/office/drawing/2014/main" id="{338C3B7E-3733-4FDE-8188-BC1BB21392E3}"/>
              </a:ext>
            </a:extLst>
          </p:cNvPr>
          <p:cNvSpPr>
            <a:spLocks xmlns:a="http://schemas.openxmlformats.org/drawingml/2006/main" noGrp="1"/>
          </p:cNvSpPr>
          <p:nvPr/>
        </p:nvSpPr>
        <p:spPr>
          <a:xfrm xmlns:a="http://schemas.openxmlformats.org/drawingml/2006/main">
            <a:off x="1009650" y="228600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Luz visible: RGB</a:t>
            </a:r>
          </a:p>
        </p:txBody>
      </p:sp>
      <p:sp>
        <p:nvSpPr>
          <p:cNvPr id="21" name="Infrarrojo cercano">
            <a:extLst xmlns:a="http://schemas.openxmlformats.org/drawingml/2006/main">
              <a:ext uri="{FF2B5EF4-FFF2-40B4-BE49-F238E27FC236}">
                <a16:creationId xmlns:a16="http://schemas.microsoft.com/office/drawing/2014/main" id="{A0644C0D-7F64-4112-98E3-A0620B464ABC}"/>
              </a:ext>
            </a:extLst>
          </p:cNvPr>
          <p:cNvSpPr>
            <a:spLocks xmlns:a="http://schemas.openxmlformats.org/drawingml/2006/main" noGrp="1"/>
          </p:cNvSpPr>
          <p:nvPr/>
        </p:nvSpPr>
        <p:spPr>
          <a:xfrm xmlns:a="http://schemas.openxmlformats.org/drawingml/2006/main">
            <a:off x="7813358" y="228600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Infrarrojo cercano</a:t>
            </a:r>
          </a:p>
        </p:txBody>
      </p:sp>
      <p:sp>
        <p:nvSpPr>
          <p:cNvPr id="22" name="">
            <a:extLst xmlns:a="http://schemas.openxmlformats.org/drawingml/2006/main">
              <a:ext uri="{FF2B5EF4-FFF2-40B4-BE49-F238E27FC236}">
                <a16:creationId xmlns:a16="http://schemas.microsoft.com/office/drawing/2014/main" id="{A8486FC7-64E5-4C4D-9108-B5406359950A}"/>
              </a:ext>
            </a:extLst>
          </p:cNvPr>
          <p:cNvSpPr>
            <a:spLocks xmlns:a="http://schemas.openxmlformats.org/drawingml/2006/main" noGrp="1"/>
          </p:cNvSpPr>
          <p:nvPr/>
        </p:nvSpPr>
        <p:spPr>
          <a:xfrm xmlns:a="http://schemas.openxmlformats.org/drawingml/2006/main">
            <a:off x="3989070" y="3095625"/>
            <a:ext cx="381000" cy="742950"/>
          </a:xfrm>
          <a:prstGeom xmlns:a="http://schemas.openxmlformats.org/drawingml/2006/main" prst="rect">
            <a:avLst/>
          </a:prstGeom>
          <a:solidFill xmlns:a="http://schemas.openxmlformats.org/drawingml/2006/main">
            <a:srgbClr val="398C6C"/>
          </a:solidFill>
          <a:ln xmlns:a="http://schemas.openxmlformats.org/drawingml/2006/main" w="0">
            <a:noFill/>
            <a:prstDash val="solid"/>
          </a:ln>
        </p:spPr>
      </p:sp>
      <p:sp>
        <p:nvSpPr>
          <p:cNvPr id="23" name="G">
            <a:extLst xmlns:a="http://schemas.openxmlformats.org/drawingml/2006/main">
              <a:ext uri="{FF2B5EF4-FFF2-40B4-BE49-F238E27FC236}">
                <a16:creationId xmlns:a16="http://schemas.microsoft.com/office/drawing/2014/main" id="{A87BE1FD-4052-4DDE-A5EF-9AED443EB0C5}"/>
              </a:ext>
            </a:extLst>
          </p:cNvPr>
          <p:cNvSpPr>
            <a:spLocks xmlns:a="http://schemas.openxmlformats.org/drawingml/2006/main" noGrp="1"/>
          </p:cNvSpPr>
          <p:nvPr/>
        </p:nvSpPr>
        <p:spPr>
          <a:xfrm xmlns:a="http://schemas.openxmlformats.org/drawingml/2006/main">
            <a:off x="3655695" y="29051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398C6C"/>
                </a:solidFill>
                <a:latin typeface="Fira Sans"/>
                <a:ea typeface="Fira Sans"/>
                <a:cs typeface="Fira Sans"/>
              </a:defRPr>
            </a:defPPr>
            <a:lvl1pPr algn="ctr">
              <a:defRPr sz="1500" b="1">
                <a:solidFill>
                  <a:srgbClr val="398C6C"/>
                </a:solidFill>
                <a:latin typeface="Fira Sans"/>
                <a:ea typeface="Fira Sans"/>
                <a:cs typeface="Fira Sans"/>
              </a:defRPr>
            </a:lvl1pPr>
            <a:lvl2pPr algn="ctr">
              <a:defRPr sz="1500" b="1">
                <a:solidFill>
                  <a:srgbClr val="398C6C"/>
                </a:solidFill>
                <a:latin typeface="Fira Sans"/>
                <a:ea typeface="Fira Sans"/>
                <a:cs typeface="Fira Sans"/>
              </a:defRPr>
            </a:lvl2pPr>
            <a:lvl3pPr algn="ctr">
              <a:defRPr sz="1500" b="1">
                <a:solidFill>
                  <a:srgbClr val="398C6C"/>
                </a:solidFill>
                <a:latin typeface="Fira Sans"/>
                <a:ea typeface="Fira Sans"/>
                <a:cs typeface="Fira Sans"/>
              </a:defRPr>
            </a:lvl3pPr>
            <a:lvl4pPr algn="ctr">
              <a:defRPr sz="1500" b="1">
                <a:solidFill>
                  <a:srgbClr val="398C6C"/>
                </a:solidFill>
                <a:latin typeface="Fira Sans"/>
                <a:ea typeface="Fira Sans"/>
                <a:cs typeface="Fira Sans"/>
              </a:defRPr>
            </a:lvl4pPr>
            <a:lvl5pPr algn="ctr">
              <a:defRPr sz="1500" b="1">
                <a:solidFill>
                  <a:srgbClr val="398C6C"/>
                </a:solidFill>
                <a:latin typeface="Fira Sans"/>
                <a:ea typeface="Fira Sans"/>
                <a:cs typeface="Fira Sans"/>
              </a:defRPr>
            </a:lvl5pPr>
            <a:lvl6pPr algn="ctr">
              <a:defRPr sz="1500" b="1">
                <a:solidFill>
                  <a:srgbClr val="398C6C"/>
                </a:solidFill>
                <a:latin typeface="Fira Sans"/>
                <a:ea typeface="Fira Sans"/>
                <a:cs typeface="Fira Sans"/>
              </a:defRPr>
            </a:lvl6pPr>
            <a:lvl7pPr algn="ctr">
              <a:defRPr sz="1500" b="1">
                <a:solidFill>
                  <a:srgbClr val="398C6C"/>
                </a:solidFill>
                <a:latin typeface="Fira Sans"/>
                <a:ea typeface="Fira Sans"/>
                <a:cs typeface="Fira Sans"/>
              </a:defRPr>
            </a:lvl7pPr>
            <a:lvl8pPr algn="ctr">
              <a:defRPr sz="1500" b="1">
                <a:solidFill>
                  <a:srgbClr val="398C6C"/>
                </a:solidFill>
                <a:latin typeface="Fira Sans"/>
                <a:ea typeface="Fira Sans"/>
                <a:cs typeface="Fira Sans"/>
              </a:defRPr>
            </a:lvl8pPr>
            <a:lvl9pPr algn="ctr">
              <a:defRPr sz="1500" b="1">
                <a:solidFill>
                  <a:srgbClr val="398C6C"/>
                </a:solidFill>
                <a:latin typeface="Fira Sans"/>
                <a:ea typeface="Fira Sans"/>
                <a:cs typeface="Fira Sans"/>
              </a:defRPr>
            </a:lvl9pPr>
          </a:lstStyle>
          <a:p xmlns:a="http://schemas.openxmlformats.org/drawingml/2006/main">
            <a:pPr algn="ctr">
              <a:defRPr sz="1500" b="1">
                <a:solidFill>
                  <a:srgbClr val="398C6C"/>
                </a:solidFill>
                <a:latin typeface="Fira Sans"/>
                <a:ea typeface="Fira Sans"/>
                <a:cs typeface="Fira Sans"/>
              </a:defRPr>
            </a:pPr>
            <a:r>
              <a:rPr sz="1500" b="1">
                <a:solidFill>
                  <a:srgbClr val="398C6C"/>
                </a:solidFill>
                <a:latin typeface="Fira Sans"/>
                <a:ea typeface="Fira Sans"/>
                <a:cs typeface="Fira Sans"/>
              </a:rPr>
              <a:t>G</a:t>
            </a:r>
          </a:p>
        </p:txBody>
      </p:sp>
      <p:sp>
        <p:nvSpPr>
          <p:cNvPr id="24" name="560">
            <a:extLst xmlns:a="http://schemas.openxmlformats.org/drawingml/2006/main">
              <a:ext uri="{FF2B5EF4-FFF2-40B4-BE49-F238E27FC236}">
                <a16:creationId xmlns:a16="http://schemas.microsoft.com/office/drawing/2014/main" id="{524CBF7B-A98A-4643-8E62-0F70823BD4C7}"/>
              </a:ext>
            </a:extLst>
          </p:cNvPr>
          <p:cNvSpPr>
            <a:spLocks xmlns:a="http://schemas.openxmlformats.org/drawingml/2006/main" noGrp="1"/>
          </p:cNvSpPr>
          <p:nvPr/>
        </p:nvSpPr>
        <p:spPr>
          <a:xfrm xmlns:a="http://schemas.openxmlformats.org/drawingml/2006/main">
            <a:off x="3703320" y="34671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Fira Sans"/>
                <a:ea typeface="Fira Sans"/>
                <a:cs typeface="Fira Sans"/>
              </a:defRPr>
            </a:defPPr>
            <a:lvl1pPr algn="ctr">
              <a:defRPr sz="1425" b="1">
                <a:solidFill>
                  <a:srgbClr val="FFFFFF"/>
                </a:solidFill>
                <a:latin typeface="Fira Sans"/>
                <a:ea typeface="Fira Sans"/>
                <a:cs typeface="Fira Sans"/>
              </a:defRPr>
            </a:lvl1pPr>
            <a:lvl2pPr algn="ctr">
              <a:defRPr sz="1425" b="1">
                <a:solidFill>
                  <a:srgbClr val="FFFFFF"/>
                </a:solidFill>
                <a:latin typeface="Fira Sans"/>
                <a:ea typeface="Fira Sans"/>
                <a:cs typeface="Fira Sans"/>
              </a:defRPr>
            </a:lvl2pPr>
            <a:lvl3pPr algn="ctr">
              <a:defRPr sz="1425" b="1">
                <a:solidFill>
                  <a:srgbClr val="FFFFFF"/>
                </a:solidFill>
                <a:latin typeface="Fira Sans"/>
                <a:ea typeface="Fira Sans"/>
                <a:cs typeface="Fira Sans"/>
              </a:defRPr>
            </a:lvl3pPr>
            <a:lvl4pPr algn="ctr">
              <a:defRPr sz="1425" b="1">
                <a:solidFill>
                  <a:srgbClr val="FFFFFF"/>
                </a:solidFill>
                <a:latin typeface="Fira Sans"/>
                <a:ea typeface="Fira Sans"/>
                <a:cs typeface="Fira Sans"/>
              </a:defRPr>
            </a:lvl4pPr>
            <a:lvl5pPr algn="ctr">
              <a:defRPr sz="1425" b="1">
                <a:solidFill>
                  <a:srgbClr val="FFFFFF"/>
                </a:solidFill>
                <a:latin typeface="Fira Sans"/>
                <a:ea typeface="Fira Sans"/>
                <a:cs typeface="Fira Sans"/>
              </a:defRPr>
            </a:lvl5pPr>
            <a:lvl6pPr algn="ctr">
              <a:defRPr sz="1425" b="1">
                <a:solidFill>
                  <a:srgbClr val="FFFFFF"/>
                </a:solidFill>
                <a:latin typeface="Fira Sans"/>
                <a:ea typeface="Fira Sans"/>
                <a:cs typeface="Fira Sans"/>
              </a:defRPr>
            </a:lvl6pPr>
            <a:lvl7pPr algn="ctr">
              <a:defRPr sz="1425" b="1">
                <a:solidFill>
                  <a:srgbClr val="FFFFFF"/>
                </a:solidFill>
                <a:latin typeface="Fira Sans"/>
                <a:ea typeface="Fira Sans"/>
                <a:cs typeface="Fira Sans"/>
              </a:defRPr>
            </a:lvl7pPr>
            <a:lvl8pPr algn="ctr">
              <a:defRPr sz="1425" b="1">
                <a:solidFill>
                  <a:srgbClr val="FFFFFF"/>
                </a:solidFill>
                <a:latin typeface="Fira Sans"/>
                <a:ea typeface="Fira Sans"/>
                <a:cs typeface="Fira Sans"/>
              </a:defRPr>
            </a:lvl8pPr>
            <a:lvl9pPr algn="ctr">
              <a:defRPr sz="1425" b="1">
                <a:solidFill>
                  <a:srgbClr val="FFFFFF"/>
                </a:solidFill>
                <a:latin typeface="Fira Sans"/>
                <a:ea typeface="Fira Sans"/>
                <a:cs typeface="Fira Sans"/>
              </a:defRPr>
            </a:lvl9pPr>
          </a:lstStyle>
          <a:p xmlns:a="http://schemas.openxmlformats.org/drawingml/2006/main">
            <a:pPr algn="ctr">
              <a:defRPr sz="1425" b="1">
                <a:solidFill>
                  <a:srgbClr val="FFFFFF"/>
                </a:solidFill>
                <a:latin typeface="Fira Sans"/>
                <a:ea typeface="Fira Sans"/>
                <a:cs typeface="Fira Sans"/>
              </a:defRPr>
            </a:pPr>
            <a:r>
              <a:rPr sz="1425" b="1">
                <a:solidFill>
                  <a:srgbClr val="FFFFFF"/>
                </a:solidFill>
                <a:latin typeface="Fira Sans"/>
                <a:ea typeface="Fira Sans"/>
                <a:cs typeface="Fira Sans"/>
              </a:rPr>
              <a:t>560</a:t>
            </a:r>
          </a:p>
        </p:txBody>
      </p:sp>
      <p:sp>
        <p:nvSpPr>
          <p:cNvPr id="25" name="">
            <a:extLst xmlns:a="http://schemas.openxmlformats.org/drawingml/2006/main">
              <a:ext uri="{FF2B5EF4-FFF2-40B4-BE49-F238E27FC236}">
                <a16:creationId xmlns:a16="http://schemas.microsoft.com/office/drawing/2014/main" id="{85CAD885-166D-4C48-B472-2DFBCCACCB8E}"/>
              </a:ext>
            </a:extLst>
          </p:cNvPr>
          <p:cNvSpPr>
            <a:spLocks xmlns:a="http://schemas.openxmlformats.org/drawingml/2006/main" noGrp="1"/>
          </p:cNvSpPr>
          <p:nvPr/>
        </p:nvSpPr>
        <p:spPr>
          <a:xfrm xmlns:a="http://schemas.openxmlformats.org/drawingml/2006/main">
            <a:off x="5857875" y="3095625"/>
            <a:ext cx="381000" cy="742950"/>
          </a:xfrm>
          <a:prstGeom xmlns:a="http://schemas.openxmlformats.org/drawingml/2006/main" prst="rect">
            <a:avLst/>
          </a:prstGeom>
          <a:solidFill xmlns:a="http://schemas.openxmlformats.org/drawingml/2006/main">
            <a:srgbClr val="BF5550"/>
          </a:solidFill>
          <a:ln xmlns:a="http://schemas.openxmlformats.org/drawingml/2006/main" w="0">
            <a:noFill/>
            <a:prstDash val="solid"/>
          </a:ln>
        </p:spPr>
      </p:sp>
      <p:sp>
        <p:nvSpPr>
          <p:cNvPr id="26" name="R">
            <a:extLst xmlns:a="http://schemas.openxmlformats.org/drawingml/2006/main">
              <a:ext uri="{FF2B5EF4-FFF2-40B4-BE49-F238E27FC236}">
                <a16:creationId xmlns:a16="http://schemas.microsoft.com/office/drawing/2014/main" id="{98489491-C064-4EF3-8706-6FE125436827}"/>
              </a:ext>
            </a:extLst>
          </p:cNvPr>
          <p:cNvSpPr>
            <a:spLocks xmlns:a="http://schemas.openxmlformats.org/drawingml/2006/main" noGrp="1"/>
          </p:cNvSpPr>
          <p:nvPr/>
        </p:nvSpPr>
        <p:spPr>
          <a:xfrm xmlns:a="http://schemas.openxmlformats.org/drawingml/2006/main">
            <a:off x="5524500" y="29051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BF5550"/>
                </a:solidFill>
                <a:latin typeface="Fira Sans"/>
                <a:ea typeface="Fira Sans"/>
                <a:cs typeface="Fira Sans"/>
              </a:defRPr>
            </a:defPPr>
            <a:lvl1pPr algn="ctr">
              <a:defRPr sz="1500" b="1">
                <a:solidFill>
                  <a:srgbClr val="BF5550"/>
                </a:solidFill>
                <a:latin typeface="Fira Sans"/>
                <a:ea typeface="Fira Sans"/>
                <a:cs typeface="Fira Sans"/>
              </a:defRPr>
            </a:lvl1pPr>
            <a:lvl2pPr algn="ctr">
              <a:defRPr sz="1500" b="1">
                <a:solidFill>
                  <a:srgbClr val="BF5550"/>
                </a:solidFill>
                <a:latin typeface="Fira Sans"/>
                <a:ea typeface="Fira Sans"/>
                <a:cs typeface="Fira Sans"/>
              </a:defRPr>
            </a:lvl2pPr>
            <a:lvl3pPr algn="ctr">
              <a:defRPr sz="1500" b="1">
                <a:solidFill>
                  <a:srgbClr val="BF5550"/>
                </a:solidFill>
                <a:latin typeface="Fira Sans"/>
                <a:ea typeface="Fira Sans"/>
                <a:cs typeface="Fira Sans"/>
              </a:defRPr>
            </a:lvl3pPr>
            <a:lvl4pPr algn="ctr">
              <a:defRPr sz="1500" b="1">
                <a:solidFill>
                  <a:srgbClr val="BF5550"/>
                </a:solidFill>
                <a:latin typeface="Fira Sans"/>
                <a:ea typeface="Fira Sans"/>
                <a:cs typeface="Fira Sans"/>
              </a:defRPr>
            </a:lvl4pPr>
            <a:lvl5pPr algn="ctr">
              <a:defRPr sz="1500" b="1">
                <a:solidFill>
                  <a:srgbClr val="BF5550"/>
                </a:solidFill>
                <a:latin typeface="Fira Sans"/>
                <a:ea typeface="Fira Sans"/>
                <a:cs typeface="Fira Sans"/>
              </a:defRPr>
            </a:lvl5pPr>
            <a:lvl6pPr algn="ctr">
              <a:defRPr sz="1500" b="1">
                <a:solidFill>
                  <a:srgbClr val="BF5550"/>
                </a:solidFill>
                <a:latin typeface="Fira Sans"/>
                <a:ea typeface="Fira Sans"/>
                <a:cs typeface="Fira Sans"/>
              </a:defRPr>
            </a:lvl6pPr>
            <a:lvl7pPr algn="ctr">
              <a:defRPr sz="1500" b="1">
                <a:solidFill>
                  <a:srgbClr val="BF5550"/>
                </a:solidFill>
                <a:latin typeface="Fira Sans"/>
                <a:ea typeface="Fira Sans"/>
                <a:cs typeface="Fira Sans"/>
              </a:defRPr>
            </a:lvl7pPr>
            <a:lvl8pPr algn="ctr">
              <a:defRPr sz="1500" b="1">
                <a:solidFill>
                  <a:srgbClr val="BF5550"/>
                </a:solidFill>
                <a:latin typeface="Fira Sans"/>
                <a:ea typeface="Fira Sans"/>
                <a:cs typeface="Fira Sans"/>
              </a:defRPr>
            </a:lvl8pPr>
            <a:lvl9pPr algn="ctr">
              <a:defRPr sz="1500" b="1">
                <a:solidFill>
                  <a:srgbClr val="BF5550"/>
                </a:solidFill>
                <a:latin typeface="Fira Sans"/>
                <a:ea typeface="Fira Sans"/>
                <a:cs typeface="Fira Sans"/>
              </a:defRPr>
            </a:lvl9pPr>
          </a:lstStyle>
          <a:p xmlns:a="http://schemas.openxmlformats.org/drawingml/2006/main">
            <a:pPr algn="ctr">
              <a:defRPr sz="1500" b="1">
                <a:solidFill>
                  <a:srgbClr val="BF5550"/>
                </a:solidFill>
                <a:latin typeface="Fira Sans"/>
                <a:ea typeface="Fira Sans"/>
                <a:cs typeface="Fira Sans"/>
              </a:defRPr>
            </a:pPr>
            <a:r>
              <a:rPr sz="1500" b="1">
                <a:solidFill>
                  <a:srgbClr val="BF5550"/>
                </a:solidFill>
                <a:latin typeface="Fira Sans"/>
                <a:ea typeface="Fira Sans"/>
                <a:cs typeface="Fira Sans"/>
              </a:rPr>
              <a:t>R</a:t>
            </a:r>
          </a:p>
        </p:txBody>
      </p:sp>
      <p:sp>
        <p:nvSpPr>
          <p:cNvPr id="27" name="650">
            <a:extLst xmlns:a="http://schemas.openxmlformats.org/drawingml/2006/main">
              <a:ext uri="{FF2B5EF4-FFF2-40B4-BE49-F238E27FC236}">
                <a16:creationId xmlns:a16="http://schemas.microsoft.com/office/drawing/2014/main" id="{83F1B933-737F-4D1C-9E0E-008E191EF43E}"/>
              </a:ext>
            </a:extLst>
          </p:cNvPr>
          <p:cNvSpPr>
            <a:spLocks xmlns:a="http://schemas.openxmlformats.org/drawingml/2006/main" noGrp="1"/>
          </p:cNvSpPr>
          <p:nvPr/>
        </p:nvSpPr>
        <p:spPr>
          <a:xfrm xmlns:a="http://schemas.openxmlformats.org/drawingml/2006/main">
            <a:off x="5572125" y="34671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Fira Sans"/>
                <a:ea typeface="Fira Sans"/>
                <a:cs typeface="Fira Sans"/>
              </a:defRPr>
            </a:defPPr>
            <a:lvl1pPr algn="ctr">
              <a:defRPr sz="1425" b="1">
                <a:solidFill>
                  <a:srgbClr val="FFFFFF"/>
                </a:solidFill>
                <a:latin typeface="Fira Sans"/>
                <a:ea typeface="Fira Sans"/>
                <a:cs typeface="Fira Sans"/>
              </a:defRPr>
            </a:lvl1pPr>
            <a:lvl2pPr algn="ctr">
              <a:defRPr sz="1425" b="1">
                <a:solidFill>
                  <a:srgbClr val="FFFFFF"/>
                </a:solidFill>
                <a:latin typeface="Fira Sans"/>
                <a:ea typeface="Fira Sans"/>
                <a:cs typeface="Fira Sans"/>
              </a:defRPr>
            </a:lvl2pPr>
            <a:lvl3pPr algn="ctr">
              <a:defRPr sz="1425" b="1">
                <a:solidFill>
                  <a:srgbClr val="FFFFFF"/>
                </a:solidFill>
                <a:latin typeface="Fira Sans"/>
                <a:ea typeface="Fira Sans"/>
                <a:cs typeface="Fira Sans"/>
              </a:defRPr>
            </a:lvl3pPr>
            <a:lvl4pPr algn="ctr">
              <a:defRPr sz="1425" b="1">
                <a:solidFill>
                  <a:srgbClr val="FFFFFF"/>
                </a:solidFill>
                <a:latin typeface="Fira Sans"/>
                <a:ea typeface="Fira Sans"/>
                <a:cs typeface="Fira Sans"/>
              </a:defRPr>
            </a:lvl4pPr>
            <a:lvl5pPr algn="ctr">
              <a:defRPr sz="1425" b="1">
                <a:solidFill>
                  <a:srgbClr val="FFFFFF"/>
                </a:solidFill>
                <a:latin typeface="Fira Sans"/>
                <a:ea typeface="Fira Sans"/>
                <a:cs typeface="Fira Sans"/>
              </a:defRPr>
            </a:lvl5pPr>
            <a:lvl6pPr algn="ctr">
              <a:defRPr sz="1425" b="1">
                <a:solidFill>
                  <a:srgbClr val="FFFFFF"/>
                </a:solidFill>
                <a:latin typeface="Fira Sans"/>
                <a:ea typeface="Fira Sans"/>
                <a:cs typeface="Fira Sans"/>
              </a:defRPr>
            </a:lvl6pPr>
            <a:lvl7pPr algn="ctr">
              <a:defRPr sz="1425" b="1">
                <a:solidFill>
                  <a:srgbClr val="FFFFFF"/>
                </a:solidFill>
                <a:latin typeface="Fira Sans"/>
                <a:ea typeface="Fira Sans"/>
                <a:cs typeface="Fira Sans"/>
              </a:defRPr>
            </a:lvl7pPr>
            <a:lvl8pPr algn="ctr">
              <a:defRPr sz="1425" b="1">
                <a:solidFill>
                  <a:srgbClr val="FFFFFF"/>
                </a:solidFill>
                <a:latin typeface="Fira Sans"/>
                <a:ea typeface="Fira Sans"/>
                <a:cs typeface="Fira Sans"/>
              </a:defRPr>
            </a:lvl8pPr>
            <a:lvl9pPr algn="ctr">
              <a:defRPr sz="1425" b="1">
                <a:solidFill>
                  <a:srgbClr val="FFFFFF"/>
                </a:solidFill>
                <a:latin typeface="Fira Sans"/>
                <a:ea typeface="Fira Sans"/>
                <a:cs typeface="Fira Sans"/>
              </a:defRPr>
            </a:lvl9pPr>
          </a:lstStyle>
          <a:p xmlns:a="http://schemas.openxmlformats.org/drawingml/2006/main">
            <a:pPr algn="ctr">
              <a:defRPr sz="1425" b="1">
                <a:solidFill>
                  <a:srgbClr val="FFFFFF"/>
                </a:solidFill>
                <a:latin typeface="Fira Sans"/>
                <a:ea typeface="Fira Sans"/>
                <a:cs typeface="Fira Sans"/>
              </a:defRPr>
            </a:pPr>
            <a:r>
              <a:rPr sz="1425" b="1">
                <a:solidFill>
                  <a:srgbClr val="FFFFFF"/>
                </a:solidFill>
                <a:latin typeface="Fira Sans"/>
                <a:ea typeface="Fira Sans"/>
                <a:cs typeface="Fira Sans"/>
              </a:rPr>
              <a:t>650</a:t>
            </a:r>
          </a:p>
        </p:txBody>
      </p:sp>
      <p:sp>
        <p:nvSpPr>
          <p:cNvPr id="28" name="">
            <a:extLst xmlns:a="http://schemas.openxmlformats.org/drawingml/2006/main">
              <a:ext uri="{FF2B5EF4-FFF2-40B4-BE49-F238E27FC236}">
                <a16:creationId xmlns:a16="http://schemas.microsoft.com/office/drawing/2014/main" id="{1B50FE38-24DE-4A6F-B711-F5FA3CD1193E}"/>
              </a:ext>
            </a:extLst>
          </p:cNvPr>
          <p:cNvSpPr>
            <a:spLocks xmlns:a="http://schemas.openxmlformats.org/drawingml/2006/main" noGrp="1"/>
          </p:cNvSpPr>
          <p:nvPr/>
        </p:nvSpPr>
        <p:spPr>
          <a:xfrm xmlns:a="http://schemas.openxmlformats.org/drawingml/2006/main">
            <a:off x="7519035" y="3095625"/>
            <a:ext cx="381000" cy="742950"/>
          </a:xfrm>
          <a:prstGeom xmlns:a="http://schemas.openxmlformats.org/drawingml/2006/main" prst="rect">
            <a:avLst/>
          </a:prstGeom>
          <a:solidFill xmlns:a="http://schemas.openxmlformats.org/drawingml/2006/main">
            <a:srgbClr val="8C5B85"/>
          </a:solidFill>
          <a:ln xmlns:a="http://schemas.openxmlformats.org/drawingml/2006/main" w="0">
            <a:noFill/>
            <a:prstDash val="solid"/>
          </a:ln>
        </p:spPr>
      </p:sp>
      <p:sp>
        <p:nvSpPr>
          <p:cNvPr id="29" name="RE">
            <a:extLst xmlns:a="http://schemas.openxmlformats.org/drawingml/2006/main">
              <a:ext uri="{FF2B5EF4-FFF2-40B4-BE49-F238E27FC236}">
                <a16:creationId xmlns:a16="http://schemas.microsoft.com/office/drawing/2014/main" id="{B7C87121-A39D-4F37-8462-70A6DABCA0C5}"/>
              </a:ext>
            </a:extLst>
          </p:cNvPr>
          <p:cNvSpPr>
            <a:spLocks xmlns:a="http://schemas.openxmlformats.org/drawingml/2006/main" noGrp="1"/>
          </p:cNvSpPr>
          <p:nvPr/>
        </p:nvSpPr>
        <p:spPr>
          <a:xfrm xmlns:a="http://schemas.openxmlformats.org/drawingml/2006/main">
            <a:off x="7185660" y="29051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8C5B85"/>
                </a:solidFill>
                <a:latin typeface="Fira Sans"/>
                <a:ea typeface="Fira Sans"/>
                <a:cs typeface="Fira Sans"/>
              </a:defRPr>
            </a:defPPr>
            <a:lvl1pPr algn="ctr">
              <a:defRPr sz="1500" b="1">
                <a:solidFill>
                  <a:srgbClr val="8C5B85"/>
                </a:solidFill>
                <a:latin typeface="Fira Sans"/>
                <a:ea typeface="Fira Sans"/>
                <a:cs typeface="Fira Sans"/>
              </a:defRPr>
            </a:lvl1pPr>
            <a:lvl2pPr algn="ctr">
              <a:defRPr sz="1500" b="1">
                <a:solidFill>
                  <a:srgbClr val="8C5B85"/>
                </a:solidFill>
                <a:latin typeface="Fira Sans"/>
                <a:ea typeface="Fira Sans"/>
                <a:cs typeface="Fira Sans"/>
              </a:defRPr>
            </a:lvl2pPr>
            <a:lvl3pPr algn="ctr">
              <a:defRPr sz="1500" b="1">
                <a:solidFill>
                  <a:srgbClr val="8C5B85"/>
                </a:solidFill>
                <a:latin typeface="Fira Sans"/>
                <a:ea typeface="Fira Sans"/>
                <a:cs typeface="Fira Sans"/>
              </a:defRPr>
            </a:lvl3pPr>
            <a:lvl4pPr algn="ctr">
              <a:defRPr sz="1500" b="1">
                <a:solidFill>
                  <a:srgbClr val="8C5B85"/>
                </a:solidFill>
                <a:latin typeface="Fira Sans"/>
                <a:ea typeface="Fira Sans"/>
                <a:cs typeface="Fira Sans"/>
              </a:defRPr>
            </a:lvl4pPr>
            <a:lvl5pPr algn="ctr">
              <a:defRPr sz="1500" b="1">
                <a:solidFill>
                  <a:srgbClr val="8C5B85"/>
                </a:solidFill>
                <a:latin typeface="Fira Sans"/>
                <a:ea typeface="Fira Sans"/>
                <a:cs typeface="Fira Sans"/>
              </a:defRPr>
            </a:lvl5pPr>
            <a:lvl6pPr algn="ctr">
              <a:defRPr sz="1500" b="1">
                <a:solidFill>
                  <a:srgbClr val="8C5B85"/>
                </a:solidFill>
                <a:latin typeface="Fira Sans"/>
                <a:ea typeface="Fira Sans"/>
                <a:cs typeface="Fira Sans"/>
              </a:defRPr>
            </a:lvl6pPr>
            <a:lvl7pPr algn="ctr">
              <a:defRPr sz="1500" b="1">
                <a:solidFill>
                  <a:srgbClr val="8C5B85"/>
                </a:solidFill>
                <a:latin typeface="Fira Sans"/>
                <a:ea typeface="Fira Sans"/>
                <a:cs typeface="Fira Sans"/>
              </a:defRPr>
            </a:lvl7pPr>
            <a:lvl8pPr algn="ctr">
              <a:defRPr sz="1500" b="1">
                <a:solidFill>
                  <a:srgbClr val="8C5B85"/>
                </a:solidFill>
                <a:latin typeface="Fira Sans"/>
                <a:ea typeface="Fira Sans"/>
                <a:cs typeface="Fira Sans"/>
              </a:defRPr>
            </a:lvl8pPr>
            <a:lvl9pPr algn="ctr">
              <a:defRPr sz="1500" b="1">
                <a:solidFill>
                  <a:srgbClr val="8C5B85"/>
                </a:solidFill>
                <a:latin typeface="Fira Sans"/>
                <a:ea typeface="Fira Sans"/>
                <a:cs typeface="Fira Sans"/>
              </a:defRPr>
            </a:lvl9pPr>
          </a:lstStyle>
          <a:p xmlns:a="http://schemas.openxmlformats.org/drawingml/2006/main">
            <a:pPr algn="ctr">
              <a:defRPr sz="1500" b="1">
                <a:solidFill>
                  <a:srgbClr val="8C5B85"/>
                </a:solidFill>
                <a:latin typeface="Fira Sans"/>
                <a:ea typeface="Fira Sans"/>
                <a:cs typeface="Fira Sans"/>
              </a:defRPr>
            </a:pPr>
            <a:r>
              <a:rPr sz="1500" b="1">
                <a:solidFill>
                  <a:srgbClr val="8C5B85"/>
                </a:solidFill>
                <a:latin typeface="Fira Sans"/>
                <a:ea typeface="Fira Sans"/>
                <a:cs typeface="Fira Sans"/>
              </a:rPr>
              <a:t>RE</a:t>
            </a:r>
          </a:p>
        </p:txBody>
      </p:sp>
      <p:sp>
        <p:nvSpPr>
          <p:cNvPr id="30" name="730">
            <a:extLst xmlns:a="http://schemas.openxmlformats.org/drawingml/2006/main">
              <a:ext uri="{FF2B5EF4-FFF2-40B4-BE49-F238E27FC236}">
                <a16:creationId xmlns:a16="http://schemas.microsoft.com/office/drawing/2014/main" id="{DD10D2A8-29CB-4BD0-823E-866004B1653E}"/>
              </a:ext>
            </a:extLst>
          </p:cNvPr>
          <p:cNvSpPr>
            <a:spLocks xmlns:a="http://schemas.openxmlformats.org/drawingml/2006/main" noGrp="1"/>
          </p:cNvSpPr>
          <p:nvPr/>
        </p:nvSpPr>
        <p:spPr>
          <a:xfrm xmlns:a="http://schemas.openxmlformats.org/drawingml/2006/main">
            <a:off x="7233285" y="34671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Fira Sans"/>
                <a:ea typeface="Fira Sans"/>
                <a:cs typeface="Fira Sans"/>
              </a:defRPr>
            </a:defPPr>
            <a:lvl1pPr algn="ctr">
              <a:defRPr sz="1425" b="1">
                <a:solidFill>
                  <a:srgbClr val="FFFFFF"/>
                </a:solidFill>
                <a:latin typeface="Fira Sans"/>
                <a:ea typeface="Fira Sans"/>
                <a:cs typeface="Fira Sans"/>
              </a:defRPr>
            </a:lvl1pPr>
            <a:lvl2pPr algn="ctr">
              <a:defRPr sz="1425" b="1">
                <a:solidFill>
                  <a:srgbClr val="FFFFFF"/>
                </a:solidFill>
                <a:latin typeface="Fira Sans"/>
                <a:ea typeface="Fira Sans"/>
                <a:cs typeface="Fira Sans"/>
              </a:defRPr>
            </a:lvl2pPr>
            <a:lvl3pPr algn="ctr">
              <a:defRPr sz="1425" b="1">
                <a:solidFill>
                  <a:srgbClr val="FFFFFF"/>
                </a:solidFill>
                <a:latin typeface="Fira Sans"/>
                <a:ea typeface="Fira Sans"/>
                <a:cs typeface="Fira Sans"/>
              </a:defRPr>
            </a:lvl3pPr>
            <a:lvl4pPr algn="ctr">
              <a:defRPr sz="1425" b="1">
                <a:solidFill>
                  <a:srgbClr val="FFFFFF"/>
                </a:solidFill>
                <a:latin typeface="Fira Sans"/>
                <a:ea typeface="Fira Sans"/>
                <a:cs typeface="Fira Sans"/>
              </a:defRPr>
            </a:lvl4pPr>
            <a:lvl5pPr algn="ctr">
              <a:defRPr sz="1425" b="1">
                <a:solidFill>
                  <a:srgbClr val="FFFFFF"/>
                </a:solidFill>
                <a:latin typeface="Fira Sans"/>
                <a:ea typeface="Fira Sans"/>
                <a:cs typeface="Fira Sans"/>
              </a:defRPr>
            </a:lvl5pPr>
            <a:lvl6pPr algn="ctr">
              <a:defRPr sz="1425" b="1">
                <a:solidFill>
                  <a:srgbClr val="FFFFFF"/>
                </a:solidFill>
                <a:latin typeface="Fira Sans"/>
                <a:ea typeface="Fira Sans"/>
                <a:cs typeface="Fira Sans"/>
              </a:defRPr>
            </a:lvl6pPr>
            <a:lvl7pPr algn="ctr">
              <a:defRPr sz="1425" b="1">
                <a:solidFill>
                  <a:srgbClr val="FFFFFF"/>
                </a:solidFill>
                <a:latin typeface="Fira Sans"/>
                <a:ea typeface="Fira Sans"/>
                <a:cs typeface="Fira Sans"/>
              </a:defRPr>
            </a:lvl7pPr>
            <a:lvl8pPr algn="ctr">
              <a:defRPr sz="1425" b="1">
                <a:solidFill>
                  <a:srgbClr val="FFFFFF"/>
                </a:solidFill>
                <a:latin typeface="Fira Sans"/>
                <a:ea typeface="Fira Sans"/>
                <a:cs typeface="Fira Sans"/>
              </a:defRPr>
            </a:lvl8pPr>
            <a:lvl9pPr algn="ctr">
              <a:defRPr sz="1425" b="1">
                <a:solidFill>
                  <a:srgbClr val="FFFFFF"/>
                </a:solidFill>
                <a:latin typeface="Fira Sans"/>
                <a:ea typeface="Fira Sans"/>
                <a:cs typeface="Fira Sans"/>
              </a:defRPr>
            </a:lvl9pPr>
          </a:lstStyle>
          <a:p xmlns:a="http://schemas.openxmlformats.org/drawingml/2006/main">
            <a:pPr algn="ctr">
              <a:defRPr sz="1425" b="1">
                <a:solidFill>
                  <a:srgbClr val="FFFFFF"/>
                </a:solidFill>
                <a:latin typeface="Fira Sans"/>
                <a:ea typeface="Fira Sans"/>
                <a:cs typeface="Fira Sans"/>
              </a:defRPr>
            </a:pPr>
            <a:r>
              <a:rPr sz="1425" b="1">
                <a:solidFill>
                  <a:srgbClr val="FFFFFF"/>
                </a:solidFill>
                <a:latin typeface="Fira Sans"/>
                <a:ea typeface="Fira Sans"/>
                <a:cs typeface="Fira Sans"/>
              </a:rPr>
              <a:t>730</a:t>
            </a:r>
          </a:p>
        </p:txBody>
      </p:sp>
      <p:sp>
        <p:nvSpPr>
          <p:cNvPr id="31" name="">
            <a:extLst xmlns:a="http://schemas.openxmlformats.org/drawingml/2006/main">
              <a:ext uri="{FF2B5EF4-FFF2-40B4-BE49-F238E27FC236}">
                <a16:creationId xmlns:a16="http://schemas.microsoft.com/office/drawing/2014/main" id="{14EC57B4-2289-4319-88BD-171DDF27B001}"/>
              </a:ext>
            </a:extLst>
          </p:cNvPr>
          <p:cNvSpPr>
            <a:spLocks xmlns:a="http://schemas.openxmlformats.org/drawingml/2006/main" noGrp="1"/>
          </p:cNvSpPr>
          <p:nvPr/>
        </p:nvSpPr>
        <p:spPr>
          <a:xfrm xmlns:a="http://schemas.openxmlformats.org/drawingml/2006/main">
            <a:off x="10218420" y="3095625"/>
            <a:ext cx="381000" cy="742950"/>
          </a:xfrm>
          <a:prstGeom xmlns:a="http://schemas.openxmlformats.org/drawingml/2006/main" prst="rect">
            <a:avLst/>
          </a:prstGeom>
          <a:solidFill xmlns:a="http://schemas.openxmlformats.org/drawingml/2006/main">
            <a:srgbClr val="008F8A"/>
          </a:solidFill>
          <a:ln xmlns:a="http://schemas.openxmlformats.org/drawingml/2006/main" w="0">
            <a:noFill/>
            <a:prstDash val="solid"/>
          </a:ln>
        </p:spPr>
      </p:sp>
      <p:sp>
        <p:nvSpPr>
          <p:cNvPr id="32" name="NIR">
            <a:extLst xmlns:a="http://schemas.openxmlformats.org/drawingml/2006/main">
              <a:ext uri="{FF2B5EF4-FFF2-40B4-BE49-F238E27FC236}">
                <a16:creationId xmlns:a16="http://schemas.microsoft.com/office/drawing/2014/main" id="{B68C0239-FC63-415F-ADF2-7248B1BB7FC7}"/>
              </a:ext>
            </a:extLst>
          </p:cNvPr>
          <p:cNvSpPr>
            <a:spLocks xmlns:a="http://schemas.openxmlformats.org/drawingml/2006/main" noGrp="1"/>
          </p:cNvSpPr>
          <p:nvPr/>
        </p:nvSpPr>
        <p:spPr>
          <a:xfrm xmlns:a="http://schemas.openxmlformats.org/drawingml/2006/main">
            <a:off x="9885045" y="29051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008F8A"/>
                </a:solidFill>
                <a:latin typeface="Fira Sans"/>
                <a:ea typeface="Fira Sans"/>
                <a:cs typeface="Fira Sans"/>
              </a:defRPr>
            </a:defPPr>
            <a:lvl1pPr algn="ctr">
              <a:defRPr sz="1500" b="1">
                <a:solidFill>
                  <a:srgbClr val="008F8A"/>
                </a:solidFill>
                <a:latin typeface="Fira Sans"/>
                <a:ea typeface="Fira Sans"/>
                <a:cs typeface="Fira Sans"/>
              </a:defRPr>
            </a:lvl1pPr>
            <a:lvl2pPr algn="ctr">
              <a:defRPr sz="1500" b="1">
                <a:solidFill>
                  <a:srgbClr val="008F8A"/>
                </a:solidFill>
                <a:latin typeface="Fira Sans"/>
                <a:ea typeface="Fira Sans"/>
                <a:cs typeface="Fira Sans"/>
              </a:defRPr>
            </a:lvl2pPr>
            <a:lvl3pPr algn="ctr">
              <a:defRPr sz="1500" b="1">
                <a:solidFill>
                  <a:srgbClr val="008F8A"/>
                </a:solidFill>
                <a:latin typeface="Fira Sans"/>
                <a:ea typeface="Fira Sans"/>
                <a:cs typeface="Fira Sans"/>
              </a:defRPr>
            </a:lvl3pPr>
            <a:lvl4pPr algn="ctr">
              <a:defRPr sz="1500" b="1">
                <a:solidFill>
                  <a:srgbClr val="008F8A"/>
                </a:solidFill>
                <a:latin typeface="Fira Sans"/>
                <a:ea typeface="Fira Sans"/>
                <a:cs typeface="Fira Sans"/>
              </a:defRPr>
            </a:lvl4pPr>
            <a:lvl5pPr algn="ctr">
              <a:defRPr sz="1500" b="1">
                <a:solidFill>
                  <a:srgbClr val="008F8A"/>
                </a:solidFill>
                <a:latin typeface="Fira Sans"/>
                <a:ea typeface="Fira Sans"/>
                <a:cs typeface="Fira Sans"/>
              </a:defRPr>
            </a:lvl5pPr>
            <a:lvl6pPr algn="ctr">
              <a:defRPr sz="1500" b="1">
                <a:solidFill>
                  <a:srgbClr val="008F8A"/>
                </a:solidFill>
                <a:latin typeface="Fira Sans"/>
                <a:ea typeface="Fira Sans"/>
                <a:cs typeface="Fira Sans"/>
              </a:defRPr>
            </a:lvl6pPr>
            <a:lvl7pPr algn="ctr">
              <a:defRPr sz="1500" b="1">
                <a:solidFill>
                  <a:srgbClr val="008F8A"/>
                </a:solidFill>
                <a:latin typeface="Fira Sans"/>
                <a:ea typeface="Fira Sans"/>
                <a:cs typeface="Fira Sans"/>
              </a:defRPr>
            </a:lvl7pPr>
            <a:lvl8pPr algn="ctr">
              <a:defRPr sz="1500" b="1">
                <a:solidFill>
                  <a:srgbClr val="008F8A"/>
                </a:solidFill>
                <a:latin typeface="Fira Sans"/>
                <a:ea typeface="Fira Sans"/>
                <a:cs typeface="Fira Sans"/>
              </a:defRPr>
            </a:lvl8pPr>
            <a:lvl9pPr algn="ctr">
              <a:defRPr sz="1500" b="1">
                <a:solidFill>
                  <a:srgbClr val="008F8A"/>
                </a:solidFill>
                <a:latin typeface="Fira Sans"/>
                <a:ea typeface="Fira Sans"/>
                <a:cs typeface="Fira Sans"/>
              </a:defRPr>
            </a:lvl9pPr>
          </a:lstStyle>
          <a:p xmlns:a="http://schemas.openxmlformats.org/drawingml/2006/main">
            <a:pPr algn="ctr">
              <a:defRPr sz="1500" b="1">
                <a:solidFill>
                  <a:srgbClr val="008F8A"/>
                </a:solidFill>
                <a:latin typeface="Fira Sans"/>
                <a:ea typeface="Fira Sans"/>
                <a:cs typeface="Fira Sans"/>
              </a:defRPr>
            </a:pPr>
            <a:r>
              <a:rPr sz="1500" b="1">
                <a:solidFill>
                  <a:srgbClr val="008F8A"/>
                </a:solidFill>
                <a:latin typeface="Fira Sans"/>
                <a:ea typeface="Fira Sans"/>
                <a:cs typeface="Fira Sans"/>
              </a:rPr>
              <a:t>NIR</a:t>
            </a:r>
          </a:p>
        </p:txBody>
      </p:sp>
      <p:sp>
        <p:nvSpPr>
          <p:cNvPr id="33" name="860">
            <a:extLst xmlns:a="http://schemas.openxmlformats.org/drawingml/2006/main">
              <a:ext uri="{FF2B5EF4-FFF2-40B4-BE49-F238E27FC236}">
                <a16:creationId xmlns:a16="http://schemas.microsoft.com/office/drawing/2014/main" id="{7F3ABDC2-CBD3-4ED7-9321-CD198A0C9075}"/>
              </a:ext>
            </a:extLst>
          </p:cNvPr>
          <p:cNvSpPr>
            <a:spLocks xmlns:a="http://schemas.openxmlformats.org/drawingml/2006/main" noGrp="1"/>
          </p:cNvSpPr>
          <p:nvPr/>
        </p:nvSpPr>
        <p:spPr>
          <a:xfrm xmlns:a="http://schemas.openxmlformats.org/drawingml/2006/main">
            <a:off x="9932670" y="34671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Fira Sans"/>
                <a:ea typeface="Fira Sans"/>
                <a:cs typeface="Fira Sans"/>
              </a:defRPr>
            </a:defPPr>
            <a:lvl1pPr algn="ctr">
              <a:defRPr sz="1425" b="1">
                <a:solidFill>
                  <a:srgbClr val="FFFFFF"/>
                </a:solidFill>
                <a:latin typeface="Fira Sans"/>
                <a:ea typeface="Fira Sans"/>
                <a:cs typeface="Fira Sans"/>
              </a:defRPr>
            </a:lvl1pPr>
            <a:lvl2pPr algn="ctr">
              <a:defRPr sz="1425" b="1">
                <a:solidFill>
                  <a:srgbClr val="FFFFFF"/>
                </a:solidFill>
                <a:latin typeface="Fira Sans"/>
                <a:ea typeface="Fira Sans"/>
                <a:cs typeface="Fira Sans"/>
              </a:defRPr>
            </a:lvl2pPr>
            <a:lvl3pPr algn="ctr">
              <a:defRPr sz="1425" b="1">
                <a:solidFill>
                  <a:srgbClr val="FFFFFF"/>
                </a:solidFill>
                <a:latin typeface="Fira Sans"/>
                <a:ea typeface="Fira Sans"/>
                <a:cs typeface="Fira Sans"/>
              </a:defRPr>
            </a:lvl3pPr>
            <a:lvl4pPr algn="ctr">
              <a:defRPr sz="1425" b="1">
                <a:solidFill>
                  <a:srgbClr val="FFFFFF"/>
                </a:solidFill>
                <a:latin typeface="Fira Sans"/>
                <a:ea typeface="Fira Sans"/>
                <a:cs typeface="Fira Sans"/>
              </a:defRPr>
            </a:lvl4pPr>
            <a:lvl5pPr algn="ctr">
              <a:defRPr sz="1425" b="1">
                <a:solidFill>
                  <a:srgbClr val="FFFFFF"/>
                </a:solidFill>
                <a:latin typeface="Fira Sans"/>
                <a:ea typeface="Fira Sans"/>
                <a:cs typeface="Fira Sans"/>
              </a:defRPr>
            </a:lvl5pPr>
            <a:lvl6pPr algn="ctr">
              <a:defRPr sz="1425" b="1">
                <a:solidFill>
                  <a:srgbClr val="FFFFFF"/>
                </a:solidFill>
                <a:latin typeface="Fira Sans"/>
                <a:ea typeface="Fira Sans"/>
                <a:cs typeface="Fira Sans"/>
              </a:defRPr>
            </a:lvl6pPr>
            <a:lvl7pPr algn="ctr">
              <a:defRPr sz="1425" b="1">
                <a:solidFill>
                  <a:srgbClr val="FFFFFF"/>
                </a:solidFill>
                <a:latin typeface="Fira Sans"/>
                <a:ea typeface="Fira Sans"/>
                <a:cs typeface="Fira Sans"/>
              </a:defRPr>
            </a:lvl7pPr>
            <a:lvl8pPr algn="ctr">
              <a:defRPr sz="1425" b="1">
                <a:solidFill>
                  <a:srgbClr val="FFFFFF"/>
                </a:solidFill>
                <a:latin typeface="Fira Sans"/>
                <a:ea typeface="Fira Sans"/>
                <a:cs typeface="Fira Sans"/>
              </a:defRPr>
            </a:lvl8pPr>
            <a:lvl9pPr algn="ctr">
              <a:defRPr sz="1425" b="1">
                <a:solidFill>
                  <a:srgbClr val="FFFFFF"/>
                </a:solidFill>
                <a:latin typeface="Fira Sans"/>
                <a:ea typeface="Fira Sans"/>
                <a:cs typeface="Fira Sans"/>
              </a:defRPr>
            </a:lvl9pPr>
          </a:lstStyle>
          <a:p xmlns:a="http://schemas.openxmlformats.org/drawingml/2006/main">
            <a:pPr algn="ctr">
              <a:defRPr sz="1425" b="1">
                <a:solidFill>
                  <a:srgbClr val="FFFFFF"/>
                </a:solidFill>
                <a:latin typeface="Fira Sans"/>
                <a:ea typeface="Fira Sans"/>
                <a:cs typeface="Fira Sans"/>
              </a:defRPr>
            </a:pPr>
            <a:r>
              <a:rPr sz="1425" b="1">
                <a:solidFill>
                  <a:srgbClr val="FFFFFF"/>
                </a:solidFill>
                <a:latin typeface="Fira Sans"/>
                <a:ea typeface="Fira Sans"/>
                <a:cs typeface="Fira Sans"/>
              </a:rPr>
              <a:t>860</a:t>
            </a:r>
          </a:p>
        </p:txBody>
      </p:sp>
      <p:sp>
        <p:nvSpPr>
          <p:cNvPr id="34" name="RGB registra apariencia visible. Las bandas NIR y borde rojo">
            <a:extLst xmlns:a="http://schemas.openxmlformats.org/drawingml/2006/main">
              <a:ext uri="{FF2B5EF4-FFF2-40B4-BE49-F238E27FC236}">
                <a16:creationId xmlns:a16="http://schemas.microsoft.com/office/drawing/2014/main" id="{DF52C32F-F04B-4570-A051-6054EAABEE34}"/>
              </a:ext>
            </a:extLst>
          </p:cNvPr>
          <p:cNvSpPr>
            <a:spLocks xmlns:a="http://schemas.openxmlformats.org/drawingml/2006/main" noGrp="1"/>
          </p:cNvSpPr>
          <p:nvPr/>
        </p:nvSpPr>
        <p:spPr>
          <a:xfrm xmlns:a="http://schemas.openxmlformats.org/drawingml/2006/main">
            <a:off x="857250" y="5095875"/>
            <a:ext cx="1038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53749"/>
                </a:solidFill>
                <a:latin typeface="Fira Sans"/>
                <a:ea typeface="Fira Sans"/>
                <a:cs typeface="Fira Sans"/>
              </a:defRPr>
            </a:defPPr>
            <a:lvl1pPr algn="l">
              <a:defRPr sz="2175" b="0">
                <a:solidFill>
                  <a:srgbClr val="153749"/>
                </a:solidFill>
                <a:latin typeface="Fira Sans"/>
                <a:ea typeface="Fira Sans"/>
                <a:cs typeface="Fira Sans"/>
              </a:defRPr>
            </a:lvl1pPr>
            <a:lvl2pPr algn="l">
              <a:defRPr sz="2175" b="0">
                <a:solidFill>
                  <a:srgbClr val="153749"/>
                </a:solidFill>
                <a:latin typeface="Fira Sans"/>
                <a:ea typeface="Fira Sans"/>
                <a:cs typeface="Fira Sans"/>
              </a:defRPr>
            </a:lvl2pPr>
            <a:lvl3pPr algn="l">
              <a:defRPr sz="2175" b="0">
                <a:solidFill>
                  <a:srgbClr val="153749"/>
                </a:solidFill>
                <a:latin typeface="Fira Sans"/>
                <a:ea typeface="Fira Sans"/>
                <a:cs typeface="Fira Sans"/>
              </a:defRPr>
            </a:lvl3pPr>
            <a:lvl4pPr algn="l">
              <a:defRPr sz="2175" b="0">
                <a:solidFill>
                  <a:srgbClr val="153749"/>
                </a:solidFill>
                <a:latin typeface="Fira Sans"/>
                <a:ea typeface="Fira Sans"/>
                <a:cs typeface="Fira Sans"/>
              </a:defRPr>
            </a:lvl4pPr>
            <a:lvl5pPr algn="l">
              <a:defRPr sz="2175" b="0">
                <a:solidFill>
                  <a:srgbClr val="153749"/>
                </a:solidFill>
                <a:latin typeface="Fira Sans"/>
                <a:ea typeface="Fira Sans"/>
                <a:cs typeface="Fira Sans"/>
              </a:defRPr>
            </a:lvl5pPr>
            <a:lvl6pPr algn="l">
              <a:defRPr sz="2175" b="0">
                <a:solidFill>
                  <a:srgbClr val="153749"/>
                </a:solidFill>
                <a:latin typeface="Fira Sans"/>
                <a:ea typeface="Fira Sans"/>
                <a:cs typeface="Fira Sans"/>
              </a:defRPr>
            </a:lvl6pPr>
            <a:lvl7pPr algn="l">
              <a:defRPr sz="2175" b="0">
                <a:solidFill>
                  <a:srgbClr val="153749"/>
                </a:solidFill>
                <a:latin typeface="Fira Sans"/>
                <a:ea typeface="Fira Sans"/>
                <a:cs typeface="Fira Sans"/>
              </a:defRPr>
            </a:lvl7pPr>
            <a:lvl8pPr algn="l">
              <a:defRPr sz="2175" b="0">
                <a:solidFill>
                  <a:srgbClr val="153749"/>
                </a:solidFill>
                <a:latin typeface="Fira Sans"/>
                <a:ea typeface="Fira Sans"/>
                <a:cs typeface="Fira Sans"/>
              </a:defRPr>
            </a:lvl8pPr>
            <a:lvl9pPr algn="l">
              <a:defRPr sz="2175" b="0">
                <a:solidFill>
                  <a:srgbClr val="153749"/>
                </a:solidFill>
                <a:latin typeface="Fira Sans"/>
                <a:ea typeface="Fira Sans"/>
                <a:cs typeface="Fira Sans"/>
              </a:defRPr>
            </a:lvl9pPr>
          </a:lstStyle>
          <a:p xmlns:a="http://schemas.openxmlformats.org/drawingml/2006/main">
            <a:pPr algn="l">
              <a:defRPr sz="2175" b="0">
                <a:solidFill>
                  <a:srgbClr val="153749"/>
                </a:solidFill>
                <a:latin typeface="Fira Sans"/>
                <a:ea typeface="Fira Sans"/>
                <a:cs typeface="Fira Sans"/>
              </a:defRPr>
            </a:pPr>
            <a:r>
              <a:rPr sz="2175" b="0">
                <a:solidFill>
                  <a:srgbClr val="153749"/>
                </a:solidFill>
                <a:latin typeface="Fira Sans"/>
                <a:ea typeface="Fira Sans"/>
                <a:cs typeface="Fira Sans"/>
              </a:rPr>
              <a:t>RGB registra apariencia visible. Las bandas NIR y borde rojo permiten calcular índices específicos.</a:t>
            </a:r>
          </a:p>
        </p:txBody>
      </p:sp>
      <p:sp>
        <p:nvSpPr>
          <p:cNvPr id="35" name="Esquema espectral. Centros de banda del Mavic 3M según DJI; ">
            <a:extLst xmlns:a="http://schemas.openxmlformats.org/drawingml/2006/main">
              <a:ext uri="{FF2B5EF4-FFF2-40B4-BE49-F238E27FC236}">
                <a16:creationId xmlns:a16="http://schemas.microsoft.com/office/drawing/2014/main" id="{57D2900E-A0D8-4D82-9DA3-16F15CA82F78}"/>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Esquema espectral. Centros de banda del Mavic 3M según DJI; anchuras gráficas ilustrativas.</a:t>
            </a:r>
          </a:p>
        </p:txBody>
      </p:sp>
    </p:spTree>
    <p:extLst>
      <p:ext uri="{BB962C8B-B14F-4D97-AF65-F5344CB8AC3E}">
        <p14:creationId xmlns:p14="http://schemas.microsoft.com/office/powerpoint/2010/main" val="675024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JI Mavic 3 Multispectral">
            <a:extLst xmlns:a="http://schemas.openxmlformats.org/drawingml/2006/main">
              <a:ext uri="{FF2B5EF4-FFF2-40B4-BE49-F238E27FC236}">
                <a16:creationId xmlns:a16="http://schemas.microsoft.com/office/drawing/2014/main" id="{5CEFE51E-F07C-485F-88A4-59C69532803B}"/>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DJI Mavic 3 Multispectral</a:t>
            </a:r>
          </a:p>
        </p:txBody>
      </p:sp>
      <p:pic>
        <p:nvPicPr>
          <p:cNvPr id="2" name="">
            <a:extLst xmlns:a="http://schemas.openxmlformats.org/drawingml/2006/main">
              <a:ext uri="{FF2B5EF4-FFF2-40B4-BE49-F238E27FC236}">
                <a16:creationId xmlns:a16="http://schemas.microsoft.com/office/drawing/2014/main" id="{BA4C0046-2DFD-4CDE-8FC4-02BFA63063A0}"/>
              </a:ext>
            </a:extLst>
          </p:cNvPr>
          <p:cNvPicPr>
            <a:picLocks xmlns:a="http://schemas.openxmlformats.org/drawingml/2006/main" noChangeAspect="1"/>
          </p:cNvPicPr>
          <p:nvPr/>
        </p:nvPicPr>
        <p:blipFill>
          <a:blip xmlns:r="http://schemas.openxmlformats.org/officeDocument/2006/relationships" xmlns:a="http://schemas.openxmlformats.org/drawingml/2006/main" r:embed="R3c2a33cd2423452f"/>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1E78EE64-8A99-4EB1-828A-004550828B6D}"/>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05">
            <a:extLst xmlns:a="http://schemas.openxmlformats.org/drawingml/2006/main">
              <a:ext uri="{FF2B5EF4-FFF2-40B4-BE49-F238E27FC236}">
                <a16:creationId xmlns:a16="http://schemas.microsoft.com/office/drawing/2014/main" id="{F35D230B-9B9C-47EF-9D32-CF4CC0FE7CCE}"/>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05</a:t>
            </a:r>
          </a:p>
        </p:txBody>
      </p:sp>
      <p:pic>
        <p:nvPicPr>
          <p:cNvPr id="5" name="">
            <a:extLst xmlns:a="http://schemas.openxmlformats.org/drawingml/2006/main">
              <a:ext uri="{FF2B5EF4-FFF2-40B4-BE49-F238E27FC236}">
                <a16:creationId xmlns:a16="http://schemas.microsoft.com/office/drawing/2014/main" id="{3D8614BA-D39C-4E99-AFF5-1D2227F4703F}"/>
              </a:ext>
            </a:extLst>
          </p:cNvPr>
          <p:cNvPicPr>
            <a:picLocks xmlns:a="http://schemas.openxmlformats.org/drawingml/2006/main" noChangeAspect="1"/>
          </p:cNvPicPr>
          <p:nvPr/>
        </p:nvPicPr>
        <p:blipFill>
          <a:blip xmlns:r="http://schemas.openxmlformats.org/officeDocument/2006/relationships" xmlns:a="http://schemas.openxmlformats.org/drawingml/2006/main" r:embed="Refa9769c05c9496e"/>
          <a:stretch xmlns:a="http://schemas.openxmlformats.org/drawingml/2006/main"/>
        </p:blipFill>
        <p:spPr>
          <a:xfrm xmlns:a="http://schemas.openxmlformats.org/drawingml/2006/main">
            <a:off x="985838" y="1752600"/>
            <a:ext cx="6143625" cy="4095750"/>
          </a:xfrm>
          <a:prstGeom xmlns:a="http://schemas.openxmlformats.org/drawingml/2006/main" prst="rect">
            <a:avLst/>
          </a:prstGeom>
        </p:spPr>
      </p:pic>
      <p:sp>
        <p:nvSpPr>
          <p:cNvPr id="6" name="20 MP">
            <a:extLst xmlns:a="http://schemas.openxmlformats.org/drawingml/2006/main">
              <a:ext uri="{FF2B5EF4-FFF2-40B4-BE49-F238E27FC236}">
                <a16:creationId xmlns:a16="http://schemas.microsoft.com/office/drawing/2014/main" id="{D9B4E93C-33CD-4685-B241-7C7CCD703265}"/>
              </a:ext>
            </a:extLst>
          </p:cNvPr>
          <p:cNvSpPr>
            <a:spLocks xmlns:a="http://schemas.openxmlformats.org/drawingml/2006/main" noGrp="1"/>
          </p:cNvSpPr>
          <p:nvPr/>
        </p:nvSpPr>
        <p:spPr>
          <a:xfrm xmlns:a="http://schemas.openxmlformats.org/drawingml/2006/main">
            <a:off x="8048625" y="1838325"/>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153749"/>
                </a:solidFill>
                <a:latin typeface="Fira Sans"/>
                <a:ea typeface="Fira Sans"/>
                <a:cs typeface="Fira Sans"/>
              </a:defRPr>
            </a:defPPr>
            <a:lvl1pPr algn="l">
              <a:defRPr sz="4350" b="1">
                <a:solidFill>
                  <a:srgbClr val="153749"/>
                </a:solidFill>
                <a:latin typeface="Fira Sans"/>
                <a:ea typeface="Fira Sans"/>
                <a:cs typeface="Fira Sans"/>
              </a:defRPr>
            </a:lvl1pPr>
            <a:lvl2pPr algn="l">
              <a:defRPr sz="4350" b="1">
                <a:solidFill>
                  <a:srgbClr val="153749"/>
                </a:solidFill>
                <a:latin typeface="Fira Sans"/>
                <a:ea typeface="Fira Sans"/>
                <a:cs typeface="Fira Sans"/>
              </a:defRPr>
            </a:lvl2pPr>
            <a:lvl3pPr algn="l">
              <a:defRPr sz="4350" b="1">
                <a:solidFill>
                  <a:srgbClr val="153749"/>
                </a:solidFill>
                <a:latin typeface="Fira Sans"/>
                <a:ea typeface="Fira Sans"/>
                <a:cs typeface="Fira Sans"/>
              </a:defRPr>
            </a:lvl3pPr>
            <a:lvl4pPr algn="l">
              <a:defRPr sz="4350" b="1">
                <a:solidFill>
                  <a:srgbClr val="153749"/>
                </a:solidFill>
                <a:latin typeface="Fira Sans"/>
                <a:ea typeface="Fira Sans"/>
                <a:cs typeface="Fira Sans"/>
              </a:defRPr>
            </a:lvl4pPr>
            <a:lvl5pPr algn="l">
              <a:defRPr sz="4350" b="1">
                <a:solidFill>
                  <a:srgbClr val="153749"/>
                </a:solidFill>
                <a:latin typeface="Fira Sans"/>
                <a:ea typeface="Fira Sans"/>
                <a:cs typeface="Fira Sans"/>
              </a:defRPr>
            </a:lvl5pPr>
            <a:lvl6pPr algn="l">
              <a:defRPr sz="4350" b="1">
                <a:solidFill>
                  <a:srgbClr val="153749"/>
                </a:solidFill>
                <a:latin typeface="Fira Sans"/>
                <a:ea typeface="Fira Sans"/>
                <a:cs typeface="Fira Sans"/>
              </a:defRPr>
            </a:lvl6pPr>
            <a:lvl7pPr algn="l">
              <a:defRPr sz="4350" b="1">
                <a:solidFill>
                  <a:srgbClr val="153749"/>
                </a:solidFill>
                <a:latin typeface="Fira Sans"/>
                <a:ea typeface="Fira Sans"/>
                <a:cs typeface="Fira Sans"/>
              </a:defRPr>
            </a:lvl7pPr>
            <a:lvl8pPr algn="l">
              <a:defRPr sz="4350" b="1">
                <a:solidFill>
                  <a:srgbClr val="153749"/>
                </a:solidFill>
                <a:latin typeface="Fira Sans"/>
                <a:ea typeface="Fira Sans"/>
                <a:cs typeface="Fira Sans"/>
              </a:defRPr>
            </a:lvl8pPr>
            <a:lvl9pPr algn="l">
              <a:defRPr sz="4350" b="1">
                <a:solidFill>
                  <a:srgbClr val="153749"/>
                </a:solidFill>
                <a:latin typeface="Fira Sans"/>
                <a:ea typeface="Fira Sans"/>
                <a:cs typeface="Fira Sans"/>
              </a:defRPr>
            </a:lvl9pPr>
          </a:lstStyle>
          <a:p xmlns:a="http://schemas.openxmlformats.org/drawingml/2006/main">
            <a:pPr algn="l">
              <a:defRPr sz="4350" b="1">
                <a:solidFill>
                  <a:srgbClr val="153749"/>
                </a:solidFill>
                <a:latin typeface="Fira Sans"/>
                <a:ea typeface="Fira Sans"/>
                <a:cs typeface="Fira Sans"/>
              </a:defRPr>
            </a:pPr>
            <a:r>
              <a:rPr sz="4350" b="1">
                <a:solidFill>
                  <a:srgbClr val="153749"/>
                </a:solidFill>
                <a:latin typeface="Fira Sans"/>
                <a:ea typeface="Fira Sans"/>
                <a:cs typeface="Fira Sans"/>
              </a:rPr>
              <a:t>20 MP</a:t>
            </a:r>
          </a:p>
        </p:txBody>
      </p:sp>
      <p:sp>
        <p:nvSpPr>
          <p:cNvPr id="7" name="Cámara RGB">
            <a:extLst xmlns:a="http://schemas.openxmlformats.org/drawingml/2006/main">
              <a:ext uri="{FF2B5EF4-FFF2-40B4-BE49-F238E27FC236}">
                <a16:creationId xmlns:a16="http://schemas.microsoft.com/office/drawing/2014/main" id="{E5F97EF6-1430-4801-8F69-F2FE2CB9BEBD}"/>
              </a:ext>
            </a:extLst>
          </p:cNvPr>
          <p:cNvSpPr>
            <a:spLocks xmlns:a="http://schemas.openxmlformats.org/drawingml/2006/main" noGrp="1"/>
          </p:cNvSpPr>
          <p:nvPr/>
        </p:nvSpPr>
        <p:spPr>
          <a:xfrm xmlns:a="http://schemas.openxmlformats.org/drawingml/2006/main">
            <a:off x="8048625" y="26098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B737B"/>
                </a:solidFill>
                <a:latin typeface="Fira Sans"/>
                <a:ea typeface="Fira Sans"/>
                <a:cs typeface="Fira Sans"/>
              </a:defRPr>
            </a:defPPr>
            <a:lvl1pPr algn="l">
              <a:defRPr sz="1875" b="0">
                <a:solidFill>
                  <a:srgbClr val="5B737B"/>
                </a:solidFill>
                <a:latin typeface="Fira Sans"/>
                <a:ea typeface="Fira Sans"/>
                <a:cs typeface="Fira Sans"/>
              </a:defRPr>
            </a:lvl1pPr>
            <a:lvl2pPr algn="l">
              <a:defRPr sz="1875" b="0">
                <a:solidFill>
                  <a:srgbClr val="5B737B"/>
                </a:solidFill>
                <a:latin typeface="Fira Sans"/>
                <a:ea typeface="Fira Sans"/>
                <a:cs typeface="Fira Sans"/>
              </a:defRPr>
            </a:lvl2pPr>
            <a:lvl3pPr algn="l">
              <a:defRPr sz="1875" b="0">
                <a:solidFill>
                  <a:srgbClr val="5B737B"/>
                </a:solidFill>
                <a:latin typeface="Fira Sans"/>
                <a:ea typeface="Fira Sans"/>
                <a:cs typeface="Fira Sans"/>
              </a:defRPr>
            </a:lvl3pPr>
            <a:lvl4pPr algn="l">
              <a:defRPr sz="1875" b="0">
                <a:solidFill>
                  <a:srgbClr val="5B737B"/>
                </a:solidFill>
                <a:latin typeface="Fira Sans"/>
                <a:ea typeface="Fira Sans"/>
                <a:cs typeface="Fira Sans"/>
              </a:defRPr>
            </a:lvl4pPr>
            <a:lvl5pPr algn="l">
              <a:defRPr sz="1875" b="0">
                <a:solidFill>
                  <a:srgbClr val="5B737B"/>
                </a:solidFill>
                <a:latin typeface="Fira Sans"/>
                <a:ea typeface="Fira Sans"/>
                <a:cs typeface="Fira Sans"/>
              </a:defRPr>
            </a:lvl5pPr>
            <a:lvl6pPr algn="l">
              <a:defRPr sz="1875" b="0">
                <a:solidFill>
                  <a:srgbClr val="5B737B"/>
                </a:solidFill>
                <a:latin typeface="Fira Sans"/>
                <a:ea typeface="Fira Sans"/>
                <a:cs typeface="Fira Sans"/>
              </a:defRPr>
            </a:lvl6pPr>
            <a:lvl7pPr algn="l">
              <a:defRPr sz="1875" b="0">
                <a:solidFill>
                  <a:srgbClr val="5B737B"/>
                </a:solidFill>
                <a:latin typeface="Fira Sans"/>
                <a:ea typeface="Fira Sans"/>
                <a:cs typeface="Fira Sans"/>
              </a:defRPr>
            </a:lvl7pPr>
            <a:lvl8pPr algn="l">
              <a:defRPr sz="1875" b="0">
                <a:solidFill>
                  <a:srgbClr val="5B737B"/>
                </a:solidFill>
                <a:latin typeface="Fira Sans"/>
                <a:ea typeface="Fira Sans"/>
                <a:cs typeface="Fira Sans"/>
              </a:defRPr>
            </a:lvl8pPr>
            <a:lvl9pPr algn="l">
              <a:defRPr sz="1875" b="0">
                <a:solidFill>
                  <a:srgbClr val="5B737B"/>
                </a:solidFill>
                <a:latin typeface="Fira Sans"/>
                <a:ea typeface="Fira Sans"/>
                <a:cs typeface="Fira Sans"/>
              </a:defRPr>
            </a:lvl9pPr>
          </a:lstStyle>
          <a:p xmlns:a="http://schemas.openxmlformats.org/drawingml/2006/main">
            <a:pPr algn="l">
              <a:defRPr sz="1875" b="0">
                <a:solidFill>
                  <a:srgbClr val="5B737B"/>
                </a:solidFill>
                <a:latin typeface="Fira Sans"/>
                <a:ea typeface="Fira Sans"/>
                <a:cs typeface="Fira Sans"/>
              </a:defRPr>
            </a:pPr>
            <a:r>
              <a:rPr sz="1875" b="0">
                <a:solidFill>
                  <a:srgbClr val="5B737B"/>
                </a:solidFill>
                <a:latin typeface="Fira Sans"/>
                <a:ea typeface="Fira Sans"/>
                <a:cs typeface="Fira Sans"/>
              </a:rPr>
              <a:t>Cámara RGB</a:t>
            </a:r>
          </a:p>
        </p:txBody>
      </p:sp>
      <p:sp>
        <p:nvSpPr>
          <p:cNvPr id="8" name="">
            <a:extLst xmlns:a="http://schemas.openxmlformats.org/drawingml/2006/main">
              <a:ext uri="{FF2B5EF4-FFF2-40B4-BE49-F238E27FC236}">
                <a16:creationId xmlns:a16="http://schemas.microsoft.com/office/drawing/2014/main" id="{DFAC2244-EA66-487B-BCD8-F7D71F1A9C2F}"/>
              </a:ext>
            </a:extLst>
          </p:cNvPr>
          <p:cNvSpPr>
            <a:spLocks xmlns:a="http://schemas.openxmlformats.org/drawingml/2006/main" noGrp="1"/>
          </p:cNvSpPr>
          <p:nvPr/>
        </p:nvSpPr>
        <p:spPr>
          <a:xfrm xmlns:a="http://schemas.openxmlformats.org/drawingml/2006/main">
            <a:off x="8048625" y="3162300"/>
            <a:ext cx="3571875" cy="9525"/>
          </a:xfrm>
          <a:custGeom xmlns:a="http://schemas.openxmlformats.org/drawingml/2006/main">
            <a:pathLst>
              <a:path w="3571875" h="9525">
                <a:moveTo>
                  <a:pt x="0" y="0"/>
                </a:moveTo>
                <a:lnTo>
                  <a:pt x="3571875" y="0"/>
                </a:lnTo>
              </a:path>
            </a:pathLst>
          </a:custGeom>
          <a:noFill xmlns:a="http://schemas.openxmlformats.org/drawingml/2006/main"/>
          <a:ln xmlns:a="http://schemas.openxmlformats.org/drawingml/2006/main" w="9525">
            <a:solidFill>
              <a:srgbClr val="D6E3E5"/>
            </a:solidFill>
            <a:prstDash val="solid"/>
          </a:ln>
        </p:spPr>
      </p:sp>
      <p:sp>
        <p:nvSpPr>
          <p:cNvPr id="9" name="4 × 5 MP">
            <a:extLst xmlns:a="http://schemas.openxmlformats.org/drawingml/2006/main">
              <a:ext uri="{FF2B5EF4-FFF2-40B4-BE49-F238E27FC236}">
                <a16:creationId xmlns:a16="http://schemas.microsoft.com/office/drawing/2014/main" id="{36AD3182-98AE-4C05-A619-96C2612F5596}"/>
              </a:ext>
            </a:extLst>
          </p:cNvPr>
          <p:cNvSpPr>
            <a:spLocks xmlns:a="http://schemas.openxmlformats.org/drawingml/2006/main" noGrp="1"/>
          </p:cNvSpPr>
          <p:nvPr/>
        </p:nvSpPr>
        <p:spPr>
          <a:xfrm xmlns:a="http://schemas.openxmlformats.org/drawingml/2006/main">
            <a:off x="8048625" y="33909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008F8A"/>
                </a:solidFill>
                <a:latin typeface="Fira Sans"/>
                <a:ea typeface="Fira Sans"/>
                <a:cs typeface="Fira Sans"/>
              </a:defRPr>
            </a:defPPr>
            <a:lvl1pPr algn="l">
              <a:defRPr sz="4350" b="1">
                <a:solidFill>
                  <a:srgbClr val="008F8A"/>
                </a:solidFill>
                <a:latin typeface="Fira Sans"/>
                <a:ea typeface="Fira Sans"/>
                <a:cs typeface="Fira Sans"/>
              </a:defRPr>
            </a:lvl1pPr>
            <a:lvl2pPr algn="l">
              <a:defRPr sz="4350" b="1">
                <a:solidFill>
                  <a:srgbClr val="008F8A"/>
                </a:solidFill>
                <a:latin typeface="Fira Sans"/>
                <a:ea typeface="Fira Sans"/>
                <a:cs typeface="Fira Sans"/>
              </a:defRPr>
            </a:lvl2pPr>
            <a:lvl3pPr algn="l">
              <a:defRPr sz="4350" b="1">
                <a:solidFill>
                  <a:srgbClr val="008F8A"/>
                </a:solidFill>
                <a:latin typeface="Fira Sans"/>
                <a:ea typeface="Fira Sans"/>
                <a:cs typeface="Fira Sans"/>
              </a:defRPr>
            </a:lvl3pPr>
            <a:lvl4pPr algn="l">
              <a:defRPr sz="4350" b="1">
                <a:solidFill>
                  <a:srgbClr val="008F8A"/>
                </a:solidFill>
                <a:latin typeface="Fira Sans"/>
                <a:ea typeface="Fira Sans"/>
                <a:cs typeface="Fira Sans"/>
              </a:defRPr>
            </a:lvl4pPr>
            <a:lvl5pPr algn="l">
              <a:defRPr sz="4350" b="1">
                <a:solidFill>
                  <a:srgbClr val="008F8A"/>
                </a:solidFill>
                <a:latin typeface="Fira Sans"/>
                <a:ea typeface="Fira Sans"/>
                <a:cs typeface="Fira Sans"/>
              </a:defRPr>
            </a:lvl5pPr>
            <a:lvl6pPr algn="l">
              <a:defRPr sz="4350" b="1">
                <a:solidFill>
                  <a:srgbClr val="008F8A"/>
                </a:solidFill>
                <a:latin typeface="Fira Sans"/>
                <a:ea typeface="Fira Sans"/>
                <a:cs typeface="Fira Sans"/>
              </a:defRPr>
            </a:lvl6pPr>
            <a:lvl7pPr algn="l">
              <a:defRPr sz="4350" b="1">
                <a:solidFill>
                  <a:srgbClr val="008F8A"/>
                </a:solidFill>
                <a:latin typeface="Fira Sans"/>
                <a:ea typeface="Fira Sans"/>
                <a:cs typeface="Fira Sans"/>
              </a:defRPr>
            </a:lvl7pPr>
            <a:lvl8pPr algn="l">
              <a:defRPr sz="4350" b="1">
                <a:solidFill>
                  <a:srgbClr val="008F8A"/>
                </a:solidFill>
                <a:latin typeface="Fira Sans"/>
                <a:ea typeface="Fira Sans"/>
                <a:cs typeface="Fira Sans"/>
              </a:defRPr>
            </a:lvl8pPr>
            <a:lvl9pPr algn="l">
              <a:defRPr sz="4350" b="1">
                <a:solidFill>
                  <a:srgbClr val="008F8A"/>
                </a:solidFill>
                <a:latin typeface="Fira Sans"/>
                <a:ea typeface="Fira Sans"/>
                <a:cs typeface="Fira Sans"/>
              </a:defRPr>
            </a:lvl9pPr>
          </a:lstStyle>
          <a:p xmlns:a="http://schemas.openxmlformats.org/drawingml/2006/main">
            <a:pPr algn="l">
              <a:defRPr sz="4350" b="1">
                <a:solidFill>
                  <a:srgbClr val="008F8A"/>
                </a:solidFill>
                <a:latin typeface="Fira Sans"/>
                <a:ea typeface="Fira Sans"/>
                <a:cs typeface="Fira Sans"/>
              </a:defRPr>
            </a:pPr>
            <a:r>
              <a:rPr sz="4350" b="1">
                <a:solidFill>
                  <a:srgbClr val="008F8A"/>
                </a:solidFill>
                <a:latin typeface="Fira Sans"/>
                <a:ea typeface="Fira Sans"/>
                <a:cs typeface="Fira Sans"/>
              </a:rPr>
              <a:t>4 × 5 MP</a:t>
            </a:r>
          </a:p>
        </p:txBody>
      </p:sp>
      <p:sp>
        <p:nvSpPr>
          <p:cNvPr id="10" name="Verde, rojo, borde rojo&#10;e infrarrojo cercano">
            <a:extLst xmlns:a="http://schemas.openxmlformats.org/drawingml/2006/main">
              <a:ext uri="{FF2B5EF4-FFF2-40B4-BE49-F238E27FC236}">
                <a16:creationId xmlns:a16="http://schemas.microsoft.com/office/drawing/2014/main" id="{68E99AF9-3D89-4383-97C7-CD3024D98F4B}"/>
              </a:ext>
            </a:extLst>
          </p:cNvPr>
          <p:cNvSpPr>
            <a:spLocks xmlns:a="http://schemas.openxmlformats.org/drawingml/2006/main" noGrp="1"/>
          </p:cNvSpPr>
          <p:nvPr/>
        </p:nvSpPr>
        <p:spPr>
          <a:xfrm xmlns:a="http://schemas.openxmlformats.org/drawingml/2006/main">
            <a:off x="8048625" y="4171950"/>
            <a:ext cx="352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53749"/>
                </a:solidFill>
                <a:latin typeface="Fira Sans"/>
                <a:ea typeface="Fira Sans"/>
                <a:cs typeface="Fira Sans"/>
              </a:defRPr>
            </a:defPPr>
            <a:lvl1pPr algn="l">
              <a:defRPr sz="1875" b="0">
                <a:solidFill>
                  <a:srgbClr val="153749"/>
                </a:solidFill>
                <a:latin typeface="Fira Sans"/>
                <a:ea typeface="Fira Sans"/>
                <a:cs typeface="Fira Sans"/>
              </a:defRPr>
            </a:lvl1pPr>
            <a:lvl2pPr algn="l">
              <a:defRPr sz="1875" b="0">
                <a:solidFill>
                  <a:srgbClr val="153749"/>
                </a:solidFill>
                <a:latin typeface="Fira Sans"/>
                <a:ea typeface="Fira Sans"/>
                <a:cs typeface="Fira Sans"/>
              </a:defRPr>
            </a:lvl2pPr>
            <a:lvl3pPr algn="l">
              <a:defRPr sz="1875" b="0">
                <a:solidFill>
                  <a:srgbClr val="153749"/>
                </a:solidFill>
                <a:latin typeface="Fira Sans"/>
                <a:ea typeface="Fira Sans"/>
                <a:cs typeface="Fira Sans"/>
              </a:defRPr>
            </a:lvl3pPr>
            <a:lvl4pPr algn="l">
              <a:defRPr sz="1875" b="0">
                <a:solidFill>
                  <a:srgbClr val="153749"/>
                </a:solidFill>
                <a:latin typeface="Fira Sans"/>
                <a:ea typeface="Fira Sans"/>
                <a:cs typeface="Fira Sans"/>
              </a:defRPr>
            </a:lvl4pPr>
            <a:lvl5pPr algn="l">
              <a:defRPr sz="1875" b="0">
                <a:solidFill>
                  <a:srgbClr val="153749"/>
                </a:solidFill>
                <a:latin typeface="Fira Sans"/>
                <a:ea typeface="Fira Sans"/>
                <a:cs typeface="Fira Sans"/>
              </a:defRPr>
            </a:lvl5pPr>
            <a:lvl6pPr algn="l">
              <a:defRPr sz="1875" b="0">
                <a:solidFill>
                  <a:srgbClr val="153749"/>
                </a:solidFill>
                <a:latin typeface="Fira Sans"/>
                <a:ea typeface="Fira Sans"/>
                <a:cs typeface="Fira Sans"/>
              </a:defRPr>
            </a:lvl6pPr>
            <a:lvl7pPr algn="l">
              <a:defRPr sz="1875" b="0">
                <a:solidFill>
                  <a:srgbClr val="153749"/>
                </a:solidFill>
                <a:latin typeface="Fira Sans"/>
                <a:ea typeface="Fira Sans"/>
                <a:cs typeface="Fira Sans"/>
              </a:defRPr>
            </a:lvl7pPr>
            <a:lvl8pPr algn="l">
              <a:defRPr sz="1875" b="0">
                <a:solidFill>
                  <a:srgbClr val="153749"/>
                </a:solidFill>
                <a:latin typeface="Fira Sans"/>
                <a:ea typeface="Fira Sans"/>
                <a:cs typeface="Fira Sans"/>
              </a:defRPr>
            </a:lvl8pPr>
            <a:lvl9pPr algn="l">
              <a:defRPr sz="1875" b="0">
                <a:solidFill>
                  <a:srgbClr val="153749"/>
                </a:solidFill>
                <a:latin typeface="Fira Sans"/>
                <a:ea typeface="Fira Sans"/>
                <a:cs typeface="Fira Sans"/>
              </a:defRPr>
            </a:lvl9pPr>
          </a:lstStyle>
          <a:p xmlns:a="http://schemas.openxmlformats.org/drawingml/2006/main">
            <a:pPr algn="l">
              <a:defRPr sz="1875" b="0">
                <a:solidFill>
                  <a:srgbClr val="153749"/>
                </a:solidFill>
                <a:latin typeface="Fira Sans"/>
                <a:ea typeface="Fira Sans"/>
                <a:cs typeface="Fira Sans"/>
              </a:defRPr>
            </a:pPr>
            <a:r>
              <a:rPr sz="1875" b="0">
                <a:solidFill>
                  <a:srgbClr val="153749"/>
                </a:solidFill>
                <a:latin typeface="Fira Sans"/>
                <a:ea typeface="Fira Sans"/>
                <a:cs typeface="Fira Sans"/>
              </a:rPr>
              <a:t>Verde, rojo, borde rojo</a:t>
            </a:r>
          </a:p>
          <a:p xmlns:a="http://schemas.openxmlformats.org/drawingml/2006/main">
            <a:pPr algn="l">
              <a:defRPr sz="1875" b="0">
                <a:solidFill>
                  <a:srgbClr val="153749"/>
                </a:solidFill>
                <a:latin typeface="Fira Sans"/>
                <a:ea typeface="Fira Sans"/>
                <a:cs typeface="Fira Sans"/>
              </a:defRPr>
            </a:pPr>
            <a:r>
              <a:rPr sz="1875" b="0">
                <a:solidFill>
                  <a:srgbClr val="153749"/>
                </a:solidFill>
                <a:latin typeface="Fira Sans"/>
                <a:ea typeface="Fira Sans"/>
                <a:cs typeface="Fira Sans"/>
              </a:rPr>
              <a:t>e infrarrojo cercano</a:t>
            </a:r>
          </a:p>
        </p:txBody>
      </p:sp>
      <p:sp>
        <p:nvSpPr>
          <p:cNvPr id="11" name="RTK y sensor de luz solar">
            <a:extLst xmlns:a="http://schemas.openxmlformats.org/drawingml/2006/main">
              <a:ext uri="{FF2B5EF4-FFF2-40B4-BE49-F238E27FC236}">
                <a16:creationId xmlns:a16="http://schemas.microsoft.com/office/drawing/2014/main" id="{259D29C3-5A5F-4B94-A391-2B5B6F5FB4BE}"/>
              </a:ext>
            </a:extLst>
          </p:cNvPr>
          <p:cNvSpPr>
            <a:spLocks xmlns:a="http://schemas.openxmlformats.org/drawingml/2006/main" noGrp="1"/>
          </p:cNvSpPr>
          <p:nvPr/>
        </p:nvSpPr>
        <p:spPr>
          <a:xfrm xmlns:a="http://schemas.openxmlformats.org/drawingml/2006/main">
            <a:off x="8048625" y="5286375"/>
            <a:ext cx="352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B737B"/>
                </a:solidFill>
                <a:latin typeface="Fira Sans"/>
                <a:ea typeface="Fira Sans"/>
                <a:cs typeface="Fira Sans"/>
              </a:defRPr>
            </a:defPPr>
            <a:lvl1pPr algn="l">
              <a:defRPr sz="1725" b="0">
                <a:solidFill>
                  <a:srgbClr val="5B737B"/>
                </a:solidFill>
                <a:latin typeface="Fira Sans"/>
                <a:ea typeface="Fira Sans"/>
                <a:cs typeface="Fira Sans"/>
              </a:defRPr>
            </a:lvl1pPr>
            <a:lvl2pPr algn="l">
              <a:defRPr sz="1725" b="0">
                <a:solidFill>
                  <a:srgbClr val="5B737B"/>
                </a:solidFill>
                <a:latin typeface="Fira Sans"/>
                <a:ea typeface="Fira Sans"/>
                <a:cs typeface="Fira Sans"/>
              </a:defRPr>
            </a:lvl2pPr>
            <a:lvl3pPr algn="l">
              <a:defRPr sz="1725" b="0">
                <a:solidFill>
                  <a:srgbClr val="5B737B"/>
                </a:solidFill>
                <a:latin typeface="Fira Sans"/>
                <a:ea typeface="Fira Sans"/>
                <a:cs typeface="Fira Sans"/>
              </a:defRPr>
            </a:lvl3pPr>
            <a:lvl4pPr algn="l">
              <a:defRPr sz="1725" b="0">
                <a:solidFill>
                  <a:srgbClr val="5B737B"/>
                </a:solidFill>
                <a:latin typeface="Fira Sans"/>
                <a:ea typeface="Fira Sans"/>
                <a:cs typeface="Fira Sans"/>
              </a:defRPr>
            </a:lvl4pPr>
            <a:lvl5pPr algn="l">
              <a:defRPr sz="1725" b="0">
                <a:solidFill>
                  <a:srgbClr val="5B737B"/>
                </a:solidFill>
                <a:latin typeface="Fira Sans"/>
                <a:ea typeface="Fira Sans"/>
                <a:cs typeface="Fira Sans"/>
              </a:defRPr>
            </a:lvl5pPr>
            <a:lvl6pPr algn="l">
              <a:defRPr sz="1725" b="0">
                <a:solidFill>
                  <a:srgbClr val="5B737B"/>
                </a:solidFill>
                <a:latin typeface="Fira Sans"/>
                <a:ea typeface="Fira Sans"/>
                <a:cs typeface="Fira Sans"/>
              </a:defRPr>
            </a:lvl6pPr>
            <a:lvl7pPr algn="l">
              <a:defRPr sz="1725" b="0">
                <a:solidFill>
                  <a:srgbClr val="5B737B"/>
                </a:solidFill>
                <a:latin typeface="Fira Sans"/>
                <a:ea typeface="Fira Sans"/>
                <a:cs typeface="Fira Sans"/>
              </a:defRPr>
            </a:lvl7pPr>
            <a:lvl8pPr algn="l">
              <a:defRPr sz="1725" b="0">
                <a:solidFill>
                  <a:srgbClr val="5B737B"/>
                </a:solidFill>
                <a:latin typeface="Fira Sans"/>
                <a:ea typeface="Fira Sans"/>
                <a:cs typeface="Fira Sans"/>
              </a:defRPr>
            </a:lvl8pPr>
            <a:lvl9pPr algn="l">
              <a:defRPr sz="1725" b="0">
                <a:solidFill>
                  <a:srgbClr val="5B737B"/>
                </a:solidFill>
                <a:latin typeface="Fira Sans"/>
                <a:ea typeface="Fira Sans"/>
                <a:cs typeface="Fira Sans"/>
              </a:defRPr>
            </a:lvl9pPr>
          </a:lstStyle>
          <a:p xmlns:a="http://schemas.openxmlformats.org/drawingml/2006/main">
            <a:pPr algn="l">
              <a:defRPr sz="1725" b="0">
                <a:solidFill>
                  <a:srgbClr val="5B737B"/>
                </a:solidFill>
                <a:latin typeface="Fira Sans"/>
                <a:ea typeface="Fira Sans"/>
                <a:cs typeface="Fira Sans"/>
              </a:defRPr>
            </a:pPr>
            <a:r>
              <a:rPr sz="1725" b="0">
                <a:solidFill>
                  <a:srgbClr val="5B737B"/>
                </a:solidFill>
                <a:latin typeface="Fira Sans"/>
                <a:ea typeface="Fira Sans"/>
                <a:cs typeface="Fira Sans"/>
              </a:rPr>
              <a:t>RTK y sensor de luz solar</a:t>
            </a:r>
          </a:p>
        </p:txBody>
      </p:sp>
      <p:sp>
        <p:nvSpPr>
          <p:cNvPr id="12" name="Fotografía de ZLEA, CC BY-SA 4.0. Especificaciones: DJI.">
            <a:extLst xmlns:a="http://schemas.openxmlformats.org/drawingml/2006/main">
              <a:ext uri="{FF2B5EF4-FFF2-40B4-BE49-F238E27FC236}">
                <a16:creationId xmlns:a16="http://schemas.microsoft.com/office/drawing/2014/main" id="{0B591E42-2911-4404-877D-49CA34BE6D0B}"/>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Fotografía de ZLEA, CC BY-SA 4.0. Especificaciones: DJI.</a:t>
            </a:r>
          </a:p>
        </p:txBody>
      </p:sp>
    </p:spTree>
    <p:extLst>
      <p:ext uri="{BB962C8B-B14F-4D97-AF65-F5344CB8AC3E}">
        <p14:creationId xmlns:p14="http://schemas.microsoft.com/office/powerpoint/2010/main" val="494713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Planificación de la captura">
            <a:extLst xmlns:a="http://schemas.openxmlformats.org/drawingml/2006/main">
              <a:ext uri="{FF2B5EF4-FFF2-40B4-BE49-F238E27FC236}">
                <a16:creationId xmlns:a16="http://schemas.microsoft.com/office/drawing/2014/main" id="{93A1AF7E-5BDA-4ECB-A9A2-01C1ED213E34}"/>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Planificación de la captura</a:t>
            </a:r>
          </a:p>
        </p:txBody>
      </p:sp>
      <p:pic>
        <p:nvPicPr>
          <p:cNvPr id="2" name="">
            <a:extLst xmlns:a="http://schemas.openxmlformats.org/drawingml/2006/main">
              <a:ext uri="{FF2B5EF4-FFF2-40B4-BE49-F238E27FC236}">
                <a16:creationId xmlns:a16="http://schemas.microsoft.com/office/drawing/2014/main" id="{40E56632-D10D-438E-8856-6D27AE059C17}"/>
              </a:ext>
            </a:extLst>
          </p:cNvPr>
          <p:cNvPicPr>
            <a:picLocks xmlns:a="http://schemas.openxmlformats.org/drawingml/2006/main" noChangeAspect="1"/>
          </p:cNvPicPr>
          <p:nvPr/>
        </p:nvPicPr>
        <p:blipFill>
          <a:blip xmlns:r="http://schemas.openxmlformats.org/officeDocument/2006/relationships" xmlns:a="http://schemas.openxmlformats.org/drawingml/2006/main" r:embed="Rf0a8006150d84ed8"/>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78002152-07B3-4AC6-8A0F-9F0597ADB990}"/>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06">
            <a:extLst xmlns:a="http://schemas.openxmlformats.org/drawingml/2006/main">
              <a:ext uri="{FF2B5EF4-FFF2-40B4-BE49-F238E27FC236}">
                <a16:creationId xmlns:a16="http://schemas.microsoft.com/office/drawing/2014/main" id="{8C26E7D1-B23A-4441-A7EA-DA4B1C11FFBC}"/>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06</a:t>
            </a:r>
          </a:p>
        </p:txBody>
      </p:sp>
      <p:sp>
        <p:nvSpPr>
          <p:cNvPr id="5" name="">
            <a:extLst xmlns:a="http://schemas.openxmlformats.org/drawingml/2006/main">
              <a:ext uri="{FF2B5EF4-FFF2-40B4-BE49-F238E27FC236}">
                <a16:creationId xmlns:a16="http://schemas.microsoft.com/office/drawing/2014/main" id="{F033BC1E-793B-4C24-9B85-52B506D7F245}"/>
              </a:ext>
            </a:extLst>
          </p:cNvPr>
          <p:cNvSpPr>
            <a:spLocks xmlns:a="http://schemas.openxmlformats.org/drawingml/2006/main" noGrp="1"/>
          </p:cNvSpPr>
          <p:nvPr/>
        </p:nvSpPr>
        <p:spPr>
          <a:xfrm xmlns:a="http://schemas.openxmlformats.org/drawingml/2006/main">
            <a:off x="609600" y="1809750"/>
            <a:ext cx="7143750" cy="4010025"/>
          </a:xfrm>
          <a:prstGeom xmlns:a="http://schemas.openxmlformats.org/drawingml/2006/main" prst="rect">
            <a:avLst/>
          </a:prstGeom>
          <a:solidFill xmlns:a="http://schemas.openxmlformats.org/drawingml/2006/main">
            <a:srgbClr val="EDF4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27C58E7-FA2C-4D4F-841D-85242B70CA8A}"/>
              </a:ext>
            </a:extLst>
          </p:cNvPr>
          <p:cNvSpPr>
            <a:spLocks xmlns:a="http://schemas.openxmlformats.org/drawingml/2006/main" noGrp="1"/>
          </p:cNvSpPr>
          <p:nvPr/>
        </p:nvSpPr>
        <p:spPr>
          <a:xfrm xmlns:a="http://schemas.openxmlformats.org/drawingml/2006/main">
            <a:off x="1028700" y="2000250"/>
            <a:ext cx="6305550" cy="3543300"/>
          </a:xfrm>
          <a:custGeom xmlns:a="http://schemas.openxmlformats.org/drawingml/2006/main">
            <a:pathLst>
              <a:path w="6305550" h="3543300">
                <a:moveTo>
                  <a:pt x="0" y="361950"/>
                </a:moveTo>
                <a:lnTo>
                  <a:pt x="5734050" y="0"/>
                </a:lnTo>
                <a:lnTo>
                  <a:pt x="6305550" y="3143250"/>
                </a:lnTo>
                <a:lnTo>
                  <a:pt x="371475" y="3543300"/>
                </a:lnTo>
                <a:close/>
              </a:path>
            </a:pathLst>
          </a:custGeom>
          <a:solidFill xmlns:a="http://schemas.openxmlformats.org/drawingml/2006/main">
            <a:srgbClr val="DCEAE5"/>
          </a:solidFill>
          <a:ln xmlns:a="http://schemas.openxmlformats.org/drawingml/2006/main" w="19050">
            <a:solidFill>
              <a:srgbClr val="153749"/>
            </a:solidFill>
            <a:prstDash val="solid"/>
          </a:ln>
        </p:spPr>
      </p:sp>
      <p:sp>
        <p:nvSpPr>
          <p:cNvPr id="7" name="">
            <a:extLst xmlns:a="http://schemas.openxmlformats.org/drawingml/2006/main">
              <a:ext uri="{FF2B5EF4-FFF2-40B4-BE49-F238E27FC236}">
                <a16:creationId xmlns:a16="http://schemas.microsoft.com/office/drawing/2014/main" id="{3861CE6A-EC2D-4D17-8915-63DB5B069436}"/>
              </a:ext>
            </a:extLst>
          </p:cNvPr>
          <p:cNvSpPr>
            <a:spLocks xmlns:a="http://schemas.openxmlformats.org/drawingml/2006/main" noGrp="1"/>
          </p:cNvSpPr>
          <p:nvPr/>
        </p:nvSpPr>
        <p:spPr>
          <a:xfrm xmlns:a="http://schemas.openxmlformats.org/drawingml/2006/main">
            <a:off x="1219200" y="23907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8" name="">
            <a:extLst xmlns:a="http://schemas.openxmlformats.org/drawingml/2006/main">
              <a:ext uri="{FF2B5EF4-FFF2-40B4-BE49-F238E27FC236}">
                <a16:creationId xmlns:a16="http://schemas.microsoft.com/office/drawing/2014/main" id="{83063478-6A93-4076-BFBA-F85217FCF365}"/>
              </a:ext>
            </a:extLst>
          </p:cNvPr>
          <p:cNvSpPr>
            <a:spLocks xmlns:a="http://schemas.openxmlformats.org/drawingml/2006/main" noGrp="1"/>
          </p:cNvSpPr>
          <p:nvPr/>
        </p:nvSpPr>
        <p:spPr>
          <a:xfrm xmlns:a="http://schemas.openxmlformats.org/drawingml/2006/main">
            <a:off x="1219200" y="29241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9" name="">
            <a:extLst xmlns:a="http://schemas.openxmlformats.org/drawingml/2006/main">
              <a:ext uri="{FF2B5EF4-FFF2-40B4-BE49-F238E27FC236}">
                <a16:creationId xmlns:a16="http://schemas.microsoft.com/office/drawing/2014/main" id="{18BBDBD0-0F6F-444E-8B4D-ABE3280A5F1F}"/>
              </a:ext>
            </a:extLst>
          </p:cNvPr>
          <p:cNvSpPr>
            <a:spLocks xmlns:a="http://schemas.openxmlformats.org/drawingml/2006/main" noGrp="1"/>
          </p:cNvSpPr>
          <p:nvPr/>
        </p:nvSpPr>
        <p:spPr>
          <a:xfrm xmlns:a="http://schemas.openxmlformats.org/drawingml/2006/main">
            <a:off x="1219200" y="34575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0" name="">
            <a:extLst xmlns:a="http://schemas.openxmlformats.org/drawingml/2006/main">
              <a:ext uri="{FF2B5EF4-FFF2-40B4-BE49-F238E27FC236}">
                <a16:creationId xmlns:a16="http://schemas.microsoft.com/office/drawing/2014/main" id="{CF5F9CE4-93F9-4C5A-B207-7CBDC33C6E2B}"/>
              </a:ext>
            </a:extLst>
          </p:cNvPr>
          <p:cNvSpPr>
            <a:spLocks xmlns:a="http://schemas.openxmlformats.org/drawingml/2006/main" noGrp="1"/>
          </p:cNvSpPr>
          <p:nvPr/>
        </p:nvSpPr>
        <p:spPr>
          <a:xfrm xmlns:a="http://schemas.openxmlformats.org/drawingml/2006/main">
            <a:off x="1219200" y="39909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1" name="">
            <a:extLst xmlns:a="http://schemas.openxmlformats.org/drawingml/2006/main">
              <a:ext uri="{FF2B5EF4-FFF2-40B4-BE49-F238E27FC236}">
                <a16:creationId xmlns:a16="http://schemas.microsoft.com/office/drawing/2014/main" id="{09B85A6C-22DB-4D24-A887-6BD89DFC5D17}"/>
              </a:ext>
            </a:extLst>
          </p:cNvPr>
          <p:cNvSpPr>
            <a:spLocks xmlns:a="http://schemas.openxmlformats.org/drawingml/2006/main" noGrp="1"/>
          </p:cNvSpPr>
          <p:nvPr/>
        </p:nvSpPr>
        <p:spPr>
          <a:xfrm xmlns:a="http://schemas.openxmlformats.org/drawingml/2006/main">
            <a:off x="1219200" y="45243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2" name="">
            <a:extLst xmlns:a="http://schemas.openxmlformats.org/drawingml/2006/main">
              <a:ext uri="{FF2B5EF4-FFF2-40B4-BE49-F238E27FC236}">
                <a16:creationId xmlns:a16="http://schemas.microsoft.com/office/drawing/2014/main" id="{CB88ECF2-63C9-498D-9240-3FA6CFB0C46A}"/>
              </a:ext>
            </a:extLst>
          </p:cNvPr>
          <p:cNvSpPr>
            <a:spLocks xmlns:a="http://schemas.openxmlformats.org/drawingml/2006/main" noGrp="1"/>
          </p:cNvSpPr>
          <p:nvPr/>
        </p:nvSpPr>
        <p:spPr>
          <a:xfrm xmlns:a="http://schemas.openxmlformats.org/drawingml/2006/main">
            <a:off x="2609850" y="23907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3" name="">
            <a:extLst xmlns:a="http://schemas.openxmlformats.org/drawingml/2006/main">
              <a:ext uri="{FF2B5EF4-FFF2-40B4-BE49-F238E27FC236}">
                <a16:creationId xmlns:a16="http://schemas.microsoft.com/office/drawing/2014/main" id="{63EF6045-0500-4326-B5F7-6285EE824E23}"/>
              </a:ext>
            </a:extLst>
          </p:cNvPr>
          <p:cNvSpPr>
            <a:spLocks xmlns:a="http://schemas.openxmlformats.org/drawingml/2006/main" noGrp="1"/>
          </p:cNvSpPr>
          <p:nvPr/>
        </p:nvSpPr>
        <p:spPr>
          <a:xfrm xmlns:a="http://schemas.openxmlformats.org/drawingml/2006/main">
            <a:off x="2609850" y="29241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4" name="">
            <a:extLst xmlns:a="http://schemas.openxmlformats.org/drawingml/2006/main">
              <a:ext uri="{FF2B5EF4-FFF2-40B4-BE49-F238E27FC236}">
                <a16:creationId xmlns:a16="http://schemas.microsoft.com/office/drawing/2014/main" id="{EEBF6CCA-771C-4F5E-8AC9-97A61A4780A7}"/>
              </a:ext>
            </a:extLst>
          </p:cNvPr>
          <p:cNvSpPr>
            <a:spLocks xmlns:a="http://schemas.openxmlformats.org/drawingml/2006/main" noGrp="1"/>
          </p:cNvSpPr>
          <p:nvPr/>
        </p:nvSpPr>
        <p:spPr>
          <a:xfrm xmlns:a="http://schemas.openxmlformats.org/drawingml/2006/main">
            <a:off x="2609850" y="34575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5" name="">
            <a:extLst xmlns:a="http://schemas.openxmlformats.org/drawingml/2006/main">
              <a:ext uri="{FF2B5EF4-FFF2-40B4-BE49-F238E27FC236}">
                <a16:creationId xmlns:a16="http://schemas.microsoft.com/office/drawing/2014/main" id="{95626E27-AB0D-4352-9486-A53785D348E9}"/>
              </a:ext>
            </a:extLst>
          </p:cNvPr>
          <p:cNvSpPr>
            <a:spLocks xmlns:a="http://schemas.openxmlformats.org/drawingml/2006/main" noGrp="1"/>
          </p:cNvSpPr>
          <p:nvPr/>
        </p:nvSpPr>
        <p:spPr>
          <a:xfrm xmlns:a="http://schemas.openxmlformats.org/drawingml/2006/main">
            <a:off x="2609850" y="39909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6" name="">
            <a:extLst xmlns:a="http://schemas.openxmlformats.org/drawingml/2006/main">
              <a:ext uri="{FF2B5EF4-FFF2-40B4-BE49-F238E27FC236}">
                <a16:creationId xmlns:a16="http://schemas.microsoft.com/office/drawing/2014/main" id="{A1DA0A44-DCF1-4409-A0EC-CADBE776D66A}"/>
              </a:ext>
            </a:extLst>
          </p:cNvPr>
          <p:cNvSpPr>
            <a:spLocks xmlns:a="http://schemas.openxmlformats.org/drawingml/2006/main" noGrp="1"/>
          </p:cNvSpPr>
          <p:nvPr/>
        </p:nvSpPr>
        <p:spPr>
          <a:xfrm xmlns:a="http://schemas.openxmlformats.org/drawingml/2006/main">
            <a:off x="2609850" y="45243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7" name="">
            <a:extLst xmlns:a="http://schemas.openxmlformats.org/drawingml/2006/main">
              <a:ext uri="{FF2B5EF4-FFF2-40B4-BE49-F238E27FC236}">
                <a16:creationId xmlns:a16="http://schemas.microsoft.com/office/drawing/2014/main" id="{DA83E3F6-4682-4632-8229-AFDCB280CEF1}"/>
              </a:ext>
            </a:extLst>
          </p:cNvPr>
          <p:cNvSpPr>
            <a:spLocks xmlns:a="http://schemas.openxmlformats.org/drawingml/2006/main" noGrp="1"/>
          </p:cNvSpPr>
          <p:nvPr/>
        </p:nvSpPr>
        <p:spPr>
          <a:xfrm xmlns:a="http://schemas.openxmlformats.org/drawingml/2006/main">
            <a:off x="4000500" y="23907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8" name="">
            <a:extLst xmlns:a="http://schemas.openxmlformats.org/drawingml/2006/main">
              <a:ext uri="{FF2B5EF4-FFF2-40B4-BE49-F238E27FC236}">
                <a16:creationId xmlns:a16="http://schemas.microsoft.com/office/drawing/2014/main" id="{11B1BE7A-08C8-4634-8CAD-1CB6E917647A}"/>
              </a:ext>
            </a:extLst>
          </p:cNvPr>
          <p:cNvSpPr>
            <a:spLocks xmlns:a="http://schemas.openxmlformats.org/drawingml/2006/main" noGrp="1"/>
          </p:cNvSpPr>
          <p:nvPr/>
        </p:nvSpPr>
        <p:spPr>
          <a:xfrm xmlns:a="http://schemas.openxmlformats.org/drawingml/2006/main">
            <a:off x="4000500" y="29241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19" name="">
            <a:extLst xmlns:a="http://schemas.openxmlformats.org/drawingml/2006/main">
              <a:ext uri="{FF2B5EF4-FFF2-40B4-BE49-F238E27FC236}">
                <a16:creationId xmlns:a16="http://schemas.microsoft.com/office/drawing/2014/main" id="{6BD9F83C-CD83-45CF-8548-55CC1277D482}"/>
              </a:ext>
            </a:extLst>
          </p:cNvPr>
          <p:cNvSpPr>
            <a:spLocks xmlns:a="http://schemas.openxmlformats.org/drawingml/2006/main" noGrp="1"/>
          </p:cNvSpPr>
          <p:nvPr/>
        </p:nvSpPr>
        <p:spPr>
          <a:xfrm xmlns:a="http://schemas.openxmlformats.org/drawingml/2006/main">
            <a:off x="4000500" y="34575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20" name="">
            <a:extLst xmlns:a="http://schemas.openxmlformats.org/drawingml/2006/main">
              <a:ext uri="{FF2B5EF4-FFF2-40B4-BE49-F238E27FC236}">
                <a16:creationId xmlns:a16="http://schemas.microsoft.com/office/drawing/2014/main" id="{3EF563EE-03C6-43A0-905A-48FF45D2F269}"/>
              </a:ext>
            </a:extLst>
          </p:cNvPr>
          <p:cNvSpPr>
            <a:spLocks xmlns:a="http://schemas.openxmlformats.org/drawingml/2006/main" noGrp="1"/>
          </p:cNvSpPr>
          <p:nvPr/>
        </p:nvSpPr>
        <p:spPr>
          <a:xfrm xmlns:a="http://schemas.openxmlformats.org/drawingml/2006/main">
            <a:off x="4000500" y="39909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21" name="">
            <a:extLst xmlns:a="http://schemas.openxmlformats.org/drawingml/2006/main">
              <a:ext uri="{FF2B5EF4-FFF2-40B4-BE49-F238E27FC236}">
                <a16:creationId xmlns:a16="http://schemas.microsoft.com/office/drawing/2014/main" id="{4029F608-6905-4B56-84E8-11EA4CFF30A8}"/>
              </a:ext>
            </a:extLst>
          </p:cNvPr>
          <p:cNvSpPr>
            <a:spLocks xmlns:a="http://schemas.openxmlformats.org/drawingml/2006/main" noGrp="1"/>
          </p:cNvSpPr>
          <p:nvPr/>
        </p:nvSpPr>
        <p:spPr>
          <a:xfrm xmlns:a="http://schemas.openxmlformats.org/drawingml/2006/main">
            <a:off x="4000500" y="45243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22" name="">
            <a:extLst xmlns:a="http://schemas.openxmlformats.org/drawingml/2006/main">
              <a:ext uri="{FF2B5EF4-FFF2-40B4-BE49-F238E27FC236}">
                <a16:creationId xmlns:a16="http://schemas.microsoft.com/office/drawing/2014/main" id="{22A2A658-E993-4AE2-9C01-AAC7A70EB240}"/>
              </a:ext>
            </a:extLst>
          </p:cNvPr>
          <p:cNvSpPr>
            <a:spLocks xmlns:a="http://schemas.openxmlformats.org/drawingml/2006/main" noGrp="1"/>
          </p:cNvSpPr>
          <p:nvPr/>
        </p:nvSpPr>
        <p:spPr>
          <a:xfrm xmlns:a="http://schemas.openxmlformats.org/drawingml/2006/main">
            <a:off x="5391150" y="23907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23" name="">
            <a:extLst xmlns:a="http://schemas.openxmlformats.org/drawingml/2006/main">
              <a:ext uri="{FF2B5EF4-FFF2-40B4-BE49-F238E27FC236}">
                <a16:creationId xmlns:a16="http://schemas.microsoft.com/office/drawing/2014/main" id="{38766ACF-CB1C-4B99-888A-81D5906F3917}"/>
              </a:ext>
            </a:extLst>
          </p:cNvPr>
          <p:cNvSpPr>
            <a:spLocks xmlns:a="http://schemas.openxmlformats.org/drawingml/2006/main" noGrp="1"/>
          </p:cNvSpPr>
          <p:nvPr/>
        </p:nvSpPr>
        <p:spPr>
          <a:xfrm xmlns:a="http://schemas.openxmlformats.org/drawingml/2006/main">
            <a:off x="5391150" y="29241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24" name="">
            <a:extLst xmlns:a="http://schemas.openxmlformats.org/drawingml/2006/main">
              <a:ext uri="{FF2B5EF4-FFF2-40B4-BE49-F238E27FC236}">
                <a16:creationId xmlns:a16="http://schemas.microsoft.com/office/drawing/2014/main" id="{49360C1A-25FB-41B2-916B-42BFF82170FE}"/>
              </a:ext>
            </a:extLst>
          </p:cNvPr>
          <p:cNvSpPr>
            <a:spLocks xmlns:a="http://schemas.openxmlformats.org/drawingml/2006/main" noGrp="1"/>
          </p:cNvSpPr>
          <p:nvPr/>
        </p:nvSpPr>
        <p:spPr>
          <a:xfrm xmlns:a="http://schemas.openxmlformats.org/drawingml/2006/main">
            <a:off x="5391150" y="34575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25" name="">
            <a:extLst xmlns:a="http://schemas.openxmlformats.org/drawingml/2006/main">
              <a:ext uri="{FF2B5EF4-FFF2-40B4-BE49-F238E27FC236}">
                <a16:creationId xmlns:a16="http://schemas.microsoft.com/office/drawing/2014/main" id="{75C248EF-C664-46A5-B248-E66D34C579E4}"/>
              </a:ext>
            </a:extLst>
          </p:cNvPr>
          <p:cNvSpPr>
            <a:spLocks xmlns:a="http://schemas.openxmlformats.org/drawingml/2006/main" noGrp="1"/>
          </p:cNvSpPr>
          <p:nvPr/>
        </p:nvSpPr>
        <p:spPr>
          <a:xfrm xmlns:a="http://schemas.openxmlformats.org/drawingml/2006/main">
            <a:off x="5391150" y="39909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26" name="">
            <a:extLst xmlns:a="http://schemas.openxmlformats.org/drawingml/2006/main">
              <a:ext uri="{FF2B5EF4-FFF2-40B4-BE49-F238E27FC236}">
                <a16:creationId xmlns:a16="http://schemas.microsoft.com/office/drawing/2014/main" id="{3CA25EFB-0F2E-4152-9E4D-58B6C2EA79F7}"/>
              </a:ext>
            </a:extLst>
          </p:cNvPr>
          <p:cNvSpPr>
            <a:spLocks xmlns:a="http://schemas.openxmlformats.org/drawingml/2006/main" noGrp="1"/>
          </p:cNvSpPr>
          <p:nvPr/>
        </p:nvSpPr>
        <p:spPr>
          <a:xfrm xmlns:a="http://schemas.openxmlformats.org/drawingml/2006/main">
            <a:off x="5391150" y="4524375"/>
            <a:ext cx="1714500" cy="895350"/>
          </a:xfrm>
          <a:prstGeom xmlns:a="http://schemas.openxmlformats.org/drawingml/2006/main" prst="rect">
            <a:avLst/>
          </a:prstGeom>
          <a:solidFill xmlns:a="http://schemas.openxmlformats.org/drawingml/2006/main">
            <a:srgbClr val="FFFFFF">
              <a:alpha val="24000"/>
            </a:srgbClr>
          </a:solidFill>
          <a:ln xmlns:a="http://schemas.openxmlformats.org/drawingml/2006/main" w="9525">
            <a:solidFill>
              <a:srgbClr val="789F98"/>
            </a:solidFill>
            <a:prstDash val="solid"/>
          </a:ln>
        </p:spPr>
      </p:sp>
      <p:sp>
        <p:nvSpPr>
          <p:cNvPr id="27" name="">
            <a:extLst xmlns:a="http://schemas.openxmlformats.org/drawingml/2006/main">
              <a:ext uri="{FF2B5EF4-FFF2-40B4-BE49-F238E27FC236}">
                <a16:creationId xmlns:a16="http://schemas.microsoft.com/office/drawing/2014/main" id="{62EA63BB-0730-4634-AB1F-4A3084B137B5}"/>
              </a:ext>
            </a:extLst>
          </p:cNvPr>
          <p:cNvSpPr>
            <a:spLocks xmlns:a="http://schemas.openxmlformats.org/drawingml/2006/main" noGrp="1"/>
          </p:cNvSpPr>
          <p:nvPr/>
        </p:nvSpPr>
        <p:spPr>
          <a:xfrm xmlns:a="http://schemas.openxmlformats.org/drawingml/2006/main">
            <a:off x="1981200" y="2362200"/>
            <a:ext cx="4171950" cy="2895600"/>
          </a:xfrm>
          <a:custGeom xmlns:a="http://schemas.openxmlformats.org/drawingml/2006/main">
            <a:pathLst>
              <a:path w="4171950" h="2895600">
                <a:moveTo>
                  <a:pt x="0" y="0"/>
                </a:moveTo>
                <a:lnTo>
                  <a:pt x="0" y="2895600"/>
                </a:lnTo>
                <a:lnTo>
                  <a:pt x="1390650" y="2895600"/>
                </a:lnTo>
                <a:lnTo>
                  <a:pt x="1390650" y="0"/>
                </a:lnTo>
                <a:lnTo>
                  <a:pt x="2781300" y="0"/>
                </a:lnTo>
                <a:lnTo>
                  <a:pt x="2781300" y="2895600"/>
                </a:lnTo>
                <a:lnTo>
                  <a:pt x="4171950" y="2895600"/>
                </a:lnTo>
                <a:lnTo>
                  <a:pt x="4171950" y="0"/>
                </a:lnTo>
              </a:path>
            </a:pathLst>
          </a:custGeom>
          <a:noFill xmlns:a="http://schemas.openxmlformats.org/drawingml/2006/main"/>
          <a:ln xmlns:a="http://schemas.openxmlformats.org/drawingml/2006/main" w="38100">
            <a:solidFill>
              <a:srgbClr val="008F8A"/>
            </a:solidFill>
            <a:prstDash val="solid"/>
          </a:ln>
        </p:spPr>
      </p:sp>
      <p:sp>
        <p:nvSpPr>
          <p:cNvPr id="28" name="">
            <a:extLst xmlns:a="http://schemas.openxmlformats.org/drawingml/2006/main">
              <a:ext uri="{FF2B5EF4-FFF2-40B4-BE49-F238E27FC236}">
                <a16:creationId xmlns:a16="http://schemas.microsoft.com/office/drawing/2014/main" id="{A5B55C7F-A2F5-417A-9CA4-EA40C438B203}"/>
              </a:ext>
            </a:extLst>
          </p:cNvPr>
          <p:cNvSpPr>
            <a:spLocks xmlns:a="http://schemas.openxmlformats.org/drawingml/2006/main" noGrp="1"/>
          </p:cNvSpPr>
          <p:nvPr/>
        </p:nvSpPr>
        <p:spPr>
          <a:xfrm xmlns:a="http://schemas.openxmlformats.org/drawingml/2006/main">
            <a:off x="1343025" y="2667000"/>
            <a:ext cx="133350" cy="133350"/>
          </a:xfrm>
          <a:prstGeom xmlns:a="http://schemas.openxmlformats.org/drawingml/2006/main" prst="ellipse">
            <a:avLst/>
          </a:prstGeom>
          <a:solidFill xmlns:a="http://schemas.openxmlformats.org/drawingml/2006/main">
            <a:srgbClr val="15374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D1D25AE-4AFD-4CD7-BC86-869948D47134}"/>
              </a:ext>
            </a:extLst>
          </p:cNvPr>
          <p:cNvSpPr>
            <a:spLocks xmlns:a="http://schemas.openxmlformats.org/drawingml/2006/main" noGrp="1"/>
          </p:cNvSpPr>
          <p:nvPr/>
        </p:nvSpPr>
        <p:spPr>
          <a:xfrm xmlns:a="http://schemas.openxmlformats.org/drawingml/2006/main">
            <a:off x="1295400" y="2733675"/>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3335">
            <a:solidFill>
              <a:srgbClr val="FFFFFF"/>
            </a:solidFill>
            <a:prstDash val="solid"/>
          </a:ln>
        </p:spPr>
      </p:sp>
      <p:sp>
        <p:nvSpPr>
          <p:cNvPr id="30" name="">
            <a:extLst xmlns:a="http://schemas.openxmlformats.org/drawingml/2006/main">
              <a:ext uri="{FF2B5EF4-FFF2-40B4-BE49-F238E27FC236}">
                <a16:creationId xmlns:a16="http://schemas.microsoft.com/office/drawing/2014/main" id="{B4F8C5F0-9248-4237-BC23-9273AE86C7D6}"/>
              </a:ext>
            </a:extLst>
          </p:cNvPr>
          <p:cNvSpPr>
            <a:spLocks xmlns:a="http://schemas.openxmlformats.org/drawingml/2006/main" noGrp="1"/>
          </p:cNvSpPr>
          <p:nvPr/>
        </p:nvSpPr>
        <p:spPr>
          <a:xfrm xmlns:a="http://schemas.openxmlformats.org/drawingml/2006/main">
            <a:off x="1409700" y="2619375"/>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3335">
            <a:solidFill>
              <a:srgbClr val="FFFFFF"/>
            </a:solidFill>
            <a:prstDash val="solid"/>
          </a:ln>
        </p:spPr>
      </p:sp>
      <p:sp>
        <p:nvSpPr>
          <p:cNvPr id="31" name="">
            <a:extLst xmlns:a="http://schemas.openxmlformats.org/drawingml/2006/main">
              <a:ext uri="{FF2B5EF4-FFF2-40B4-BE49-F238E27FC236}">
                <a16:creationId xmlns:a16="http://schemas.microsoft.com/office/drawing/2014/main" id="{4465AF24-5073-4707-8EB9-2C90B01E7F69}"/>
              </a:ext>
            </a:extLst>
          </p:cNvPr>
          <p:cNvSpPr>
            <a:spLocks xmlns:a="http://schemas.openxmlformats.org/drawingml/2006/main" noGrp="1"/>
          </p:cNvSpPr>
          <p:nvPr/>
        </p:nvSpPr>
        <p:spPr>
          <a:xfrm xmlns:a="http://schemas.openxmlformats.org/drawingml/2006/main">
            <a:off x="6677025" y="2505075"/>
            <a:ext cx="133350" cy="133350"/>
          </a:xfrm>
          <a:prstGeom xmlns:a="http://schemas.openxmlformats.org/drawingml/2006/main" prst="ellipse">
            <a:avLst/>
          </a:prstGeom>
          <a:solidFill xmlns:a="http://schemas.openxmlformats.org/drawingml/2006/main">
            <a:srgbClr val="15374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B89F136-DDD6-44B6-BE27-35708BA15010}"/>
              </a:ext>
            </a:extLst>
          </p:cNvPr>
          <p:cNvSpPr>
            <a:spLocks xmlns:a="http://schemas.openxmlformats.org/drawingml/2006/main" noGrp="1"/>
          </p:cNvSpPr>
          <p:nvPr/>
        </p:nvSpPr>
        <p:spPr>
          <a:xfrm xmlns:a="http://schemas.openxmlformats.org/drawingml/2006/main">
            <a:off x="6629400" y="257175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3335">
            <a:solidFill>
              <a:srgbClr val="FFFFFF"/>
            </a:solidFill>
            <a:prstDash val="solid"/>
          </a:ln>
        </p:spPr>
      </p:sp>
      <p:sp>
        <p:nvSpPr>
          <p:cNvPr id="33" name="">
            <a:extLst xmlns:a="http://schemas.openxmlformats.org/drawingml/2006/main">
              <a:ext uri="{FF2B5EF4-FFF2-40B4-BE49-F238E27FC236}">
                <a16:creationId xmlns:a16="http://schemas.microsoft.com/office/drawing/2014/main" id="{69A13F0A-F676-4EE2-B192-9D75C7C4CCEE}"/>
              </a:ext>
            </a:extLst>
          </p:cNvPr>
          <p:cNvSpPr>
            <a:spLocks xmlns:a="http://schemas.openxmlformats.org/drawingml/2006/main" noGrp="1"/>
          </p:cNvSpPr>
          <p:nvPr/>
        </p:nvSpPr>
        <p:spPr>
          <a:xfrm xmlns:a="http://schemas.openxmlformats.org/drawingml/2006/main">
            <a:off x="6743700" y="245745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3335">
            <a:solidFill>
              <a:srgbClr val="FFFFFF"/>
            </a:solidFill>
            <a:prstDash val="solid"/>
          </a:ln>
        </p:spPr>
      </p:sp>
      <p:sp>
        <p:nvSpPr>
          <p:cNvPr id="34" name="">
            <a:extLst xmlns:a="http://schemas.openxmlformats.org/drawingml/2006/main">
              <a:ext uri="{FF2B5EF4-FFF2-40B4-BE49-F238E27FC236}">
                <a16:creationId xmlns:a16="http://schemas.microsoft.com/office/drawing/2014/main" id="{8667F2B0-CF24-4C39-B348-7E8C8D2AE976}"/>
              </a:ext>
            </a:extLst>
          </p:cNvPr>
          <p:cNvSpPr>
            <a:spLocks xmlns:a="http://schemas.openxmlformats.org/drawingml/2006/main" noGrp="1"/>
          </p:cNvSpPr>
          <p:nvPr/>
        </p:nvSpPr>
        <p:spPr>
          <a:xfrm xmlns:a="http://schemas.openxmlformats.org/drawingml/2006/main">
            <a:off x="1752600" y="4943475"/>
            <a:ext cx="133350" cy="133350"/>
          </a:xfrm>
          <a:prstGeom xmlns:a="http://schemas.openxmlformats.org/drawingml/2006/main" prst="ellipse">
            <a:avLst/>
          </a:prstGeom>
          <a:solidFill xmlns:a="http://schemas.openxmlformats.org/drawingml/2006/main">
            <a:srgbClr val="153749"/>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764FF4A-C504-4DC4-81C8-6EF38F62275C}"/>
              </a:ext>
            </a:extLst>
          </p:cNvPr>
          <p:cNvSpPr>
            <a:spLocks xmlns:a="http://schemas.openxmlformats.org/drawingml/2006/main" noGrp="1"/>
          </p:cNvSpPr>
          <p:nvPr/>
        </p:nvSpPr>
        <p:spPr>
          <a:xfrm xmlns:a="http://schemas.openxmlformats.org/drawingml/2006/main">
            <a:off x="1704975" y="501015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3335">
            <a:solidFill>
              <a:srgbClr val="FFFFFF"/>
            </a:solidFill>
            <a:prstDash val="solid"/>
          </a:ln>
        </p:spPr>
      </p:sp>
      <p:sp>
        <p:nvSpPr>
          <p:cNvPr id="36" name="">
            <a:extLst xmlns:a="http://schemas.openxmlformats.org/drawingml/2006/main">
              <a:ext uri="{FF2B5EF4-FFF2-40B4-BE49-F238E27FC236}">
                <a16:creationId xmlns:a16="http://schemas.microsoft.com/office/drawing/2014/main" id="{7830BFF3-02D2-4503-ADF8-838DEB2946B7}"/>
              </a:ext>
            </a:extLst>
          </p:cNvPr>
          <p:cNvSpPr>
            <a:spLocks xmlns:a="http://schemas.openxmlformats.org/drawingml/2006/main" noGrp="1"/>
          </p:cNvSpPr>
          <p:nvPr/>
        </p:nvSpPr>
        <p:spPr>
          <a:xfrm xmlns:a="http://schemas.openxmlformats.org/drawingml/2006/main">
            <a:off x="1819275" y="489585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3335">
            <a:solidFill>
              <a:srgbClr val="FFFFFF"/>
            </a:solidFill>
            <a:prstDash val="solid"/>
          </a:ln>
        </p:spPr>
      </p:sp>
      <p:sp>
        <p:nvSpPr>
          <p:cNvPr id="37" name="">
            <a:extLst xmlns:a="http://schemas.openxmlformats.org/drawingml/2006/main">
              <a:ext uri="{FF2B5EF4-FFF2-40B4-BE49-F238E27FC236}">
                <a16:creationId xmlns:a16="http://schemas.microsoft.com/office/drawing/2014/main" id="{BBD4ABD8-E9A6-4184-A653-B5AC053CCA9B}"/>
              </a:ext>
            </a:extLst>
          </p:cNvPr>
          <p:cNvSpPr>
            <a:spLocks xmlns:a="http://schemas.openxmlformats.org/drawingml/2006/main" noGrp="1"/>
          </p:cNvSpPr>
          <p:nvPr/>
        </p:nvSpPr>
        <p:spPr>
          <a:xfrm xmlns:a="http://schemas.openxmlformats.org/drawingml/2006/main">
            <a:off x="6581775" y="4838700"/>
            <a:ext cx="133350" cy="133350"/>
          </a:xfrm>
          <a:prstGeom xmlns:a="http://schemas.openxmlformats.org/drawingml/2006/main" prst="ellipse">
            <a:avLst/>
          </a:prstGeom>
          <a:solidFill xmlns:a="http://schemas.openxmlformats.org/drawingml/2006/main">
            <a:srgbClr val="15374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8CBF86E-A2C1-4720-8F54-DF03605EBC36}"/>
              </a:ext>
            </a:extLst>
          </p:cNvPr>
          <p:cNvSpPr>
            <a:spLocks xmlns:a="http://schemas.openxmlformats.org/drawingml/2006/main" noGrp="1"/>
          </p:cNvSpPr>
          <p:nvPr/>
        </p:nvSpPr>
        <p:spPr>
          <a:xfrm xmlns:a="http://schemas.openxmlformats.org/drawingml/2006/main">
            <a:off x="6534150" y="4905375"/>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3335">
            <a:solidFill>
              <a:srgbClr val="FFFFFF"/>
            </a:solidFill>
            <a:prstDash val="solid"/>
          </a:ln>
        </p:spPr>
      </p:sp>
      <p:sp>
        <p:nvSpPr>
          <p:cNvPr id="39" name="">
            <a:extLst xmlns:a="http://schemas.openxmlformats.org/drawingml/2006/main">
              <a:ext uri="{FF2B5EF4-FFF2-40B4-BE49-F238E27FC236}">
                <a16:creationId xmlns:a16="http://schemas.microsoft.com/office/drawing/2014/main" id="{CBBCC28B-AADC-49CA-A9AE-F260A7FAF527}"/>
              </a:ext>
            </a:extLst>
          </p:cNvPr>
          <p:cNvSpPr>
            <a:spLocks xmlns:a="http://schemas.openxmlformats.org/drawingml/2006/main" noGrp="1"/>
          </p:cNvSpPr>
          <p:nvPr/>
        </p:nvSpPr>
        <p:spPr>
          <a:xfrm xmlns:a="http://schemas.openxmlformats.org/drawingml/2006/main">
            <a:off x="6648450" y="4791075"/>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3335">
            <a:solidFill>
              <a:srgbClr val="FFFFFF"/>
            </a:solidFill>
            <a:prstDash val="solid"/>
          </a:ln>
        </p:spPr>
      </p:sp>
      <p:sp>
        <p:nvSpPr>
          <p:cNvPr id="40" name="Cobertura">
            <a:extLst xmlns:a="http://schemas.openxmlformats.org/drawingml/2006/main">
              <a:ext uri="{FF2B5EF4-FFF2-40B4-BE49-F238E27FC236}">
                <a16:creationId xmlns:a16="http://schemas.microsoft.com/office/drawing/2014/main" id="{25D42BEB-AD34-4F4E-A6BF-9D2F672FACF3}"/>
              </a:ext>
            </a:extLst>
          </p:cNvPr>
          <p:cNvSpPr>
            <a:spLocks xmlns:a="http://schemas.openxmlformats.org/drawingml/2006/main" noGrp="1"/>
          </p:cNvSpPr>
          <p:nvPr/>
        </p:nvSpPr>
        <p:spPr>
          <a:xfrm xmlns:a="http://schemas.openxmlformats.org/drawingml/2006/main">
            <a:off x="8201025" y="19431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Cobertura</a:t>
            </a:r>
          </a:p>
        </p:txBody>
      </p:sp>
      <p:sp>
        <p:nvSpPr>
          <p:cNvPr id="41" name="Límites y líneas de vuelo.">
            <a:extLst xmlns:a="http://schemas.openxmlformats.org/drawingml/2006/main">
              <a:ext uri="{FF2B5EF4-FFF2-40B4-BE49-F238E27FC236}">
                <a16:creationId xmlns:a16="http://schemas.microsoft.com/office/drawing/2014/main" id="{4F158F8E-C42F-488B-8DBD-01BD148065DD}"/>
              </a:ext>
            </a:extLst>
          </p:cNvPr>
          <p:cNvSpPr>
            <a:spLocks xmlns:a="http://schemas.openxmlformats.org/drawingml/2006/main" noGrp="1"/>
          </p:cNvSpPr>
          <p:nvPr/>
        </p:nvSpPr>
        <p:spPr>
          <a:xfrm xmlns:a="http://schemas.openxmlformats.org/drawingml/2006/main">
            <a:off x="8201025" y="2305050"/>
            <a:ext cx="328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Límites y líneas de vuelo.</a:t>
            </a:r>
          </a:p>
        </p:txBody>
      </p:sp>
      <p:sp>
        <p:nvSpPr>
          <p:cNvPr id="42" name="Detalle">
            <a:extLst xmlns:a="http://schemas.openxmlformats.org/drawingml/2006/main">
              <a:ext uri="{FF2B5EF4-FFF2-40B4-BE49-F238E27FC236}">
                <a16:creationId xmlns:a16="http://schemas.microsoft.com/office/drawing/2014/main" id="{E2BFF771-A3F2-4F8B-8198-C1F7D015A276}"/>
              </a:ext>
            </a:extLst>
          </p:cNvPr>
          <p:cNvSpPr>
            <a:spLocks xmlns:a="http://schemas.openxmlformats.org/drawingml/2006/main" noGrp="1"/>
          </p:cNvSpPr>
          <p:nvPr/>
        </p:nvSpPr>
        <p:spPr>
          <a:xfrm xmlns:a="http://schemas.openxmlformats.org/drawingml/2006/main">
            <a:off x="8201025" y="31146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Detalle</a:t>
            </a:r>
          </a:p>
        </p:txBody>
      </p:sp>
      <p:sp>
        <p:nvSpPr>
          <p:cNvPr id="43" name="Resolución según el objetivo.">
            <a:extLst xmlns:a="http://schemas.openxmlformats.org/drawingml/2006/main">
              <a:ext uri="{FF2B5EF4-FFF2-40B4-BE49-F238E27FC236}">
                <a16:creationId xmlns:a16="http://schemas.microsoft.com/office/drawing/2014/main" id="{75BD2440-37BC-4D33-B9E3-C52B228F0F46}"/>
              </a:ext>
            </a:extLst>
          </p:cNvPr>
          <p:cNvSpPr>
            <a:spLocks xmlns:a="http://schemas.openxmlformats.org/drawingml/2006/main" noGrp="1"/>
          </p:cNvSpPr>
          <p:nvPr/>
        </p:nvSpPr>
        <p:spPr>
          <a:xfrm xmlns:a="http://schemas.openxmlformats.org/drawingml/2006/main">
            <a:off x="8201025" y="3476625"/>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Resolución según el objetivo.</a:t>
            </a:r>
          </a:p>
        </p:txBody>
      </p:sp>
      <p:sp>
        <p:nvSpPr>
          <p:cNvPr id="44" name="Control">
            <a:extLst xmlns:a="http://schemas.openxmlformats.org/drawingml/2006/main">
              <a:ext uri="{FF2B5EF4-FFF2-40B4-BE49-F238E27FC236}">
                <a16:creationId xmlns:a16="http://schemas.microsoft.com/office/drawing/2014/main" id="{E920B26E-9D8C-49CE-A3F1-4E73D6EA4E97}"/>
              </a:ext>
            </a:extLst>
          </p:cNvPr>
          <p:cNvSpPr>
            <a:spLocks xmlns:a="http://schemas.openxmlformats.org/drawingml/2006/main" noGrp="1"/>
          </p:cNvSpPr>
          <p:nvPr/>
        </p:nvSpPr>
        <p:spPr>
          <a:xfrm xmlns:a="http://schemas.openxmlformats.org/drawingml/2006/main">
            <a:off x="8201025" y="43815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Control</a:t>
            </a:r>
          </a:p>
        </p:txBody>
      </p:sp>
      <p:sp>
        <p:nvSpPr>
          <p:cNvPr id="45" name="Solape, iluminación&#10;y referencias de campo.">
            <a:extLst xmlns:a="http://schemas.openxmlformats.org/drawingml/2006/main">
              <a:ext uri="{FF2B5EF4-FFF2-40B4-BE49-F238E27FC236}">
                <a16:creationId xmlns:a16="http://schemas.microsoft.com/office/drawing/2014/main" id="{6C72604A-2F52-4776-AA3B-FA00FB5C9846}"/>
              </a:ext>
            </a:extLst>
          </p:cNvPr>
          <p:cNvSpPr>
            <a:spLocks xmlns:a="http://schemas.openxmlformats.org/drawingml/2006/main" noGrp="1"/>
          </p:cNvSpPr>
          <p:nvPr/>
        </p:nvSpPr>
        <p:spPr>
          <a:xfrm xmlns:a="http://schemas.openxmlformats.org/drawingml/2006/main">
            <a:off x="8201025" y="4743450"/>
            <a:ext cx="3286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Solape, iluminación</a:t>
            </a:r>
          </a:p>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y referencias de campo.</a:t>
            </a:r>
          </a:p>
        </p:txBody>
      </p:sp>
      <p:sp>
        <p:nvSpPr>
          <p:cNvPr id="46" name="Diagrama conceptual de misión. Sin altura, solape ni exactit">
            <a:extLst xmlns:a="http://schemas.openxmlformats.org/drawingml/2006/main">
              <a:ext uri="{FF2B5EF4-FFF2-40B4-BE49-F238E27FC236}">
                <a16:creationId xmlns:a16="http://schemas.microsoft.com/office/drawing/2014/main" id="{DD2651A1-E7B5-40B5-A312-A6FA19253515}"/>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Diagrama conceptual de misión. Sin altura, solape ni exactitud asignados.</a:t>
            </a:r>
          </a:p>
        </p:txBody>
      </p:sp>
    </p:spTree>
    <p:extLst>
      <p:ext uri="{BB962C8B-B14F-4D97-AF65-F5344CB8AC3E}">
        <p14:creationId xmlns:p14="http://schemas.microsoft.com/office/powerpoint/2010/main" val="268579701"/>
      </p:ext>
    </p:extLst>
  </p:cSld>
</p:sld>
</file>

<file path=ppt/slides/slide7.xml><?xml version="1.0" encoding="utf-8"?>
<p:sld xmlns:p="http://schemas.openxmlformats.org/presentationml/2006/main">
  <p:cSld>
    <p:bg>
      <p:bgPr>
        <a:solidFill xmlns:a="http://schemas.openxmlformats.org/drawingml/2006/main">
          <a:srgbClr val="153749"/>
        </a:solidFill>
      </p:bgPr>
    </p:bg>
    <p:spTree>
      <p:nvGrpSpPr>
        <p:cNvPr id="1" name=""/>
        <p:cNvGrpSpPr/>
        <p:nvPr/>
      </p:nvGrpSpPr>
      <p:grpSpPr>
        <a:xfrm xmlns:a="http://schemas.openxmlformats.org/drawingml/2006/main"/>
      </p:grpSpPr>
      <p:sp>
        <p:nvSpPr>
          <p:cNvPr id="28" name="Procesamiento fotogramétrico">
            <a:extLst xmlns:a="http://schemas.openxmlformats.org/drawingml/2006/main">
              <a:ext uri="{FF2B5EF4-FFF2-40B4-BE49-F238E27FC236}">
                <a16:creationId xmlns:a16="http://schemas.microsoft.com/office/drawing/2014/main" id="{D793D27C-646A-4D96-A503-9279150B32B3}"/>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Fira Sans"/>
                <a:ea typeface="Fira Sans"/>
                <a:cs typeface="Fira Sans"/>
              </a:defRPr>
            </a:defPPr>
            <a:lvl1pPr algn="l">
              <a:defRPr sz="3300" b="1">
                <a:solidFill>
                  <a:srgbClr val="FFFFFF"/>
                </a:solidFill>
                <a:latin typeface="Fira Sans"/>
                <a:ea typeface="Fira Sans"/>
                <a:cs typeface="Fira Sans"/>
              </a:defRPr>
            </a:lvl1pPr>
            <a:lvl2pPr algn="l">
              <a:defRPr sz="3300" b="1">
                <a:solidFill>
                  <a:srgbClr val="FFFFFF"/>
                </a:solidFill>
                <a:latin typeface="Fira Sans"/>
                <a:ea typeface="Fira Sans"/>
                <a:cs typeface="Fira Sans"/>
              </a:defRPr>
            </a:lvl2pPr>
            <a:lvl3pPr algn="l">
              <a:defRPr sz="3300" b="1">
                <a:solidFill>
                  <a:srgbClr val="FFFFFF"/>
                </a:solidFill>
                <a:latin typeface="Fira Sans"/>
                <a:ea typeface="Fira Sans"/>
                <a:cs typeface="Fira Sans"/>
              </a:defRPr>
            </a:lvl3pPr>
            <a:lvl4pPr algn="l">
              <a:defRPr sz="3300" b="1">
                <a:solidFill>
                  <a:srgbClr val="FFFFFF"/>
                </a:solidFill>
                <a:latin typeface="Fira Sans"/>
                <a:ea typeface="Fira Sans"/>
                <a:cs typeface="Fira Sans"/>
              </a:defRPr>
            </a:lvl4pPr>
            <a:lvl5pPr algn="l">
              <a:defRPr sz="3300" b="1">
                <a:solidFill>
                  <a:srgbClr val="FFFFFF"/>
                </a:solidFill>
                <a:latin typeface="Fira Sans"/>
                <a:ea typeface="Fira Sans"/>
                <a:cs typeface="Fira Sans"/>
              </a:defRPr>
            </a:lvl5pPr>
            <a:lvl6pPr algn="l">
              <a:defRPr sz="3300" b="1">
                <a:solidFill>
                  <a:srgbClr val="FFFFFF"/>
                </a:solidFill>
                <a:latin typeface="Fira Sans"/>
                <a:ea typeface="Fira Sans"/>
                <a:cs typeface="Fira Sans"/>
              </a:defRPr>
            </a:lvl6pPr>
            <a:lvl7pPr algn="l">
              <a:defRPr sz="3300" b="1">
                <a:solidFill>
                  <a:srgbClr val="FFFFFF"/>
                </a:solidFill>
                <a:latin typeface="Fira Sans"/>
                <a:ea typeface="Fira Sans"/>
                <a:cs typeface="Fira Sans"/>
              </a:defRPr>
            </a:lvl7pPr>
            <a:lvl8pPr algn="l">
              <a:defRPr sz="3300" b="1">
                <a:solidFill>
                  <a:srgbClr val="FFFFFF"/>
                </a:solidFill>
                <a:latin typeface="Fira Sans"/>
                <a:ea typeface="Fira Sans"/>
                <a:cs typeface="Fira Sans"/>
              </a:defRPr>
            </a:lvl8pPr>
            <a:lvl9pPr algn="l">
              <a:defRPr sz="3300" b="1">
                <a:solidFill>
                  <a:srgbClr val="FFFFFF"/>
                </a:solidFill>
                <a:latin typeface="Fira Sans"/>
                <a:ea typeface="Fira Sans"/>
                <a:cs typeface="Fira Sans"/>
              </a:defRPr>
            </a:lvl9pPr>
          </a:lstStyle>
          <a:p xmlns:a="http://schemas.openxmlformats.org/drawingml/2006/main">
            <a:pPr algn="l">
              <a:defRPr sz="3300" b="1">
                <a:solidFill>
                  <a:srgbClr val="FFFFFF"/>
                </a:solidFill>
                <a:latin typeface="Fira Sans"/>
                <a:ea typeface="Fira Sans"/>
                <a:cs typeface="Fira Sans"/>
              </a:defRPr>
            </a:pPr>
            <a:r>
              <a:rPr sz="3300" b="1">
                <a:solidFill>
                  <a:srgbClr val="FFFFFF"/>
                </a:solidFill>
                <a:latin typeface="Fira Sans"/>
                <a:ea typeface="Fira Sans"/>
                <a:cs typeface="Fira Sans"/>
              </a:rPr>
              <a:t>Procesamiento fotogramétrico</a:t>
            </a:r>
          </a:p>
        </p:txBody>
      </p:sp>
      <p:pic>
        <p:nvPicPr>
          <p:cNvPr id="2" name="">
            <a:extLst xmlns:a="http://schemas.openxmlformats.org/drawingml/2006/main">
              <a:ext uri="{FF2B5EF4-FFF2-40B4-BE49-F238E27FC236}">
                <a16:creationId xmlns:a16="http://schemas.microsoft.com/office/drawing/2014/main" id="{8F56EBC0-6AEB-4BCD-94F5-4D19E8CD478C}"/>
              </a:ext>
            </a:extLst>
          </p:cNvPr>
          <p:cNvPicPr>
            <a:picLocks xmlns:a="http://schemas.openxmlformats.org/drawingml/2006/main" noChangeAspect="1"/>
          </p:cNvPicPr>
          <p:nvPr/>
        </p:nvPicPr>
        <p:blipFill>
          <a:blip xmlns:r="http://schemas.openxmlformats.org/officeDocument/2006/relationships" xmlns:a="http://schemas.openxmlformats.org/drawingml/2006/main" r:embed="Rbce28a216b534e48"/>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2AE62DCC-A67E-43A5-A762-396136BB1843}"/>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2D7"/>
                </a:solidFill>
                <a:latin typeface="Fira Sans"/>
                <a:ea typeface="Fira Sans"/>
                <a:cs typeface="Fira Sans"/>
              </a:defRPr>
            </a:defPPr>
            <a:lvl1pPr algn="l">
              <a:defRPr sz="975" b="0">
                <a:solidFill>
                  <a:srgbClr val="BED2D7"/>
                </a:solidFill>
                <a:latin typeface="Fira Sans"/>
                <a:ea typeface="Fira Sans"/>
                <a:cs typeface="Fira Sans"/>
              </a:defRPr>
            </a:lvl1pPr>
            <a:lvl2pPr algn="l">
              <a:defRPr sz="975" b="0">
                <a:solidFill>
                  <a:srgbClr val="BED2D7"/>
                </a:solidFill>
                <a:latin typeface="Fira Sans"/>
                <a:ea typeface="Fira Sans"/>
                <a:cs typeface="Fira Sans"/>
              </a:defRPr>
            </a:lvl2pPr>
            <a:lvl3pPr algn="l">
              <a:defRPr sz="975" b="0">
                <a:solidFill>
                  <a:srgbClr val="BED2D7"/>
                </a:solidFill>
                <a:latin typeface="Fira Sans"/>
                <a:ea typeface="Fira Sans"/>
                <a:cs typeface="Fira Sans"/>
              </a:defRPr>
            </a:lvl3pPr>
            <a:lvl4pPr algn="l">
              <a:defRPr sz="975" b="0">
                <a:solidFill>
                  <a:srgbClr val="BED2D7"/>
                </a:solidFill>
                <a:latin typeface="Fira Sans"/>
                <a:ea typeface="Fira Sans"/>
                <a:cs typeface="Fira Sans"/>
              </a:defRPr>
            </a:lvl4pPr>
            <a:lvl5pPr algn="l">
              <a:defRPr sz="975" b="0">
                <a:solidFill>
                  <a:srgbClr val="BED2D7"/>
                </a:solidFill>
                <a:latin typeface="Fira Sans"/>
                <a:ea typeface="Fira Sans"/>
                <a:cs typeface="Fira Sans"/>
              </a:defRPr>
            </a:lvl5pPr>
            <a:lvl6pPr algn="l">
              <a:defRPr sz="975" b="0">
                <a:solidFill>
                  <a:srgbClr val="BED2D7"/>
                </a:solidFill>
                <a:latin typeface="Fira Sans"/>
                <a:ea typeface="Fira Sans"/>
                <a:cs typeface="Fira Sans"/>
              </a:defRPr>
            </a:lvl6pPr>
            <a:lvl7pPr algn="l">
              <a:defRPr sz="975" b="0">
                <a:solidFill>
                  <a:srgbClr val="BED2D7"/>
                </a:solidFill>
                <a:latin typeface="Fira Sans"/>
                <a:ea typeface="Fira Sans"/>
                <a:cs typeface="Fira Sans"/>
              </a:defRPr>
            </a:lvl7pPr>
            <a:lvl8pPr algn="l">
              <a:defRPr sz="975" b="0">
                <a:solidFill>
                  <a:srgbClr val="BED2D7"/>
                </a:solidFill>
                <a:latin typeface="Fira Sans"/>
                <a:ea typeface="Fira Sans"/>
                <a:cs typeface="Fira Sans"/>
              </a:defRPr>
            </a:lvl8pPr>
            <a:lvl9pPr algn="l">
              <a:defRPr sz="975" b="0">
                <a:solidFill>
                  <a:srgbClr val="BED2D7"/>
                </a:solidFill>
                <a:latin typeface="Fira Sans"/>
                <a:ea typeface="Fira Sans"/>
                <a:cs typeface="Fira Sans"/>
              </a:defRPr>
            </a:lvl9pPr>
          </a:lstStyle>
          <a:p xmlns:a="http://schemas.openxmlformats.org/drawingml/2006/main">
            <a:pPr algn="l">
              <a:defRPr sz="975" b="0">
                <a:solidFill>
                  <a:srgbClr val="BED2D7"/>
                </a:solidFill>
                <a:latin typeface="Fira Sans"/>
                <a:ea typeface="Fira Sans"/>
                <a:cs typeface="Fira Sans"/>
              </a:defRPr>
            </a:pPr>
            <a:r>
              <a:rPr sz="975" b="0">
                <a:solidFill>
                  <a:srgbClr val="BED2D7"/>
                </a:solidFill>
                <a:latin typeface="Fira Sans"/>
                <a:ea typeface="Fira Sans"/>
                <a:cs typeface="Fira Sans"/>
              </a:rPr>
              <a:t>UTN · Administración Agroindustrial</a:t>
            </a:r>
          </a:p>
        </p:txBody>
      </p:sp>
      <p:sp>
        <p:nvSpPr>
          <p:cNvPr id="4" name="07">
            <a:extLst xmlns:a="http://schemas.openxmlformats.org/drawingml/2006/main">
              <a:ext uri="{FF2B5EF4-FFF2-40B4-BE49-F238E27FC236}">
                <a16:creationId xmlns:a16="http://schemas.microsoft.com/office/drawing/2014/main" id="{AB116CFB-8E91-4357-9D03-7E25C39EEB04}"/>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8FD5CA"/>
                </a:solidFill>
                <a:latin typeface="Fira Sans"/>
                <a:ea typeface="Fira Sans"/>
                <a:cs typeface="Fira Sans"/>
              </a:defRPr>
            </a:defPPr>
            <a:lvl1pPr algn="l">
              <a:defRPr sz="1500" b="1">
                <a:solidFill>
                  <a:srgbClr val="8FD5CA"/>
                </a:solidFill>
                <a:latin typeface="Fira Sans"/>
                <a:ea typeface="Fira Sans"/>
                <a:cs typeface="Fira Sans"/>
              </a:defRPr>
            </a:lvl1pPr>
            <a:lvl2pPr algn="l">
              <a:defRPr sz="1500" b="1">
                <a:solidFill>
                  <a:srgbClr val="8FD5CA"/>
                </a:solidFill>
                <a:latin typeface="Fira Sans"/>
                <a:ea typeface="Fira Sans"/>
                <a:cs typeface="Fira Sans"/>
              </a:defRPr>
            </a:lvl2pPr>
            <a:lvl3pPr algn="l">
              <a:defRPr sz="1500" b="1">
                <a:solidFill>
                  <a:srgbClr val="8FD5CA"/>
                </a:solidFill>
                <a:latin typeface="Fira Sans"/>
                <a:ea typeface="Fira Sans"/>
                <a:cs typeface="Fira Sans"/>
              </a:defRPr>
            </a:lvl3pPr>
            <a:lvl4pPr algn="l">
              <a:defRPr sz="1500" b="1">
                <a:solidFill>
                  <a:srgbClr val="8FD5CA"/>
                </a:solidFill>
                <a:latin typeface="Fira Sans"/>
                <a:ea typeface="Fira Sans"/>
                <a:cs typeface="Fira Sans"/>
              </a:defRPr>
            </a:lvl4pPr>
            <a:lvl5pPr algn="l">
              <a:defRPr sz="1500" b="1">
                <a:solidFill>
                  <a:srgbClr val="8FD5CA"/>
                </a:solidFill>
                <a:latin typeface="Fira Sans"/>
                <a:ea typeface="Fira Sans"/>
                <a:cs typeface="Fira Sans"/>
              </a:defRPr>
            </a:lvl5pPr>
            <a:lvl6pPr algn="l">
              <a:defRPr sz="1500" b="1">
                <a:solidFill>
                  <a:srgbClr val="8FD5CA"/>
                </a:solidFill>
                <a:latin typeface="Fira Sans"/>
                <a:ea typeface="Fira Sans"/>
                <a:cs typeface="Fira Sans"/>
              </a:defRPr>
            </a:lvl6pPr>
            <a:lvl7pPr algn="l">
              <a:defRPr sz="1500" b="1">
                <a:solidFill>
                  <a:srgbClr val="8FD5CA"/>
                </a:solidFill>
                <a:latin typeface="Fira Sans"/>
                <a:ea typeface="Fira Sans"/>
                <a:cs typeface="Fira Sans"/>
              </a:defRPr>
            </a:lvl7pPr>
            <a:lvl8pPr algn="l">
              <a:defRPr sz="1500" b="1">
                <a:solidFill>
                  <a:srgbClr val="8FD5CA"/>
                </a:solidFill>
                <a:latin typeface="Fira Sans"/>
                <a:ea typeface="Fira Sans"/>
                <a:cs typeface="Fira Sans"/>
              </a:defRPr>
            </a:lvl8pPr>
            <a:lvl9pPr algn="l">
              <a:defRPr sz="1500" b="1">
                <a:solidFill>
                  <a:srgbClr val="8FD5CA"/>
                </a:solidFill>
                <a:latin typeface="Fira Sans"/>
                <a:ea typeface="Fira Sans"/>
                <a:cs typeface="Fira Sans"/>
              </a:defRPr>
            </a:lvl9pPr>
          </a:lstStyle>
          <a:p xmlns:a="http://schemas.openxmlformats.org/drawingml/2006/main">
            <a:pPr algn="l">
              <a:defRPr sz="1500" b="1">
                <a:solidFill>
                  <a:srgbClr val="8FD5CA"/>
                </a:solidFill>
                <a:latin typeface="Fira Sans"/>
                <a:ea typeface="Fira Sans"/>
                <a:cs typeface="Fira Sans"/>
              </a:defRPr>
            </a:pPr>
            <a:r>
              <a:rPr sz="1500" b="1">
                <a:solidFill>
                  <a:srgbClr val="8FD5CA"/>
                </a:solidFill>
                <a:latin typeface="Fira Sans"/>
                <a:ea typeface="Fira Sans"/>
                <a:cs typeface="Fira Sans"/>
              </a:rPr>
              <a:t>07</a:t>
            </a:r>
          </a:p>
        </p:txBody>
      </p:sp>
      <p:sp>
        <p:nvSpPr>
          <p:cNvPr id="5" name="01">
            <a:extLst xmlns:a="http://schemas.openxmlformats.org/drawingml/2006/main">
              <a:ext uri="{FF2B5EF4-FFF2-40B4-BE49-F238E27FC236}">
                <a16:creationId xmlns:a16="http://schemas.microsoft.com/office/drawing/2014/main" id="{4184A923-45A7-425D-B115-868C37267ED4}"/>
              </a:ext>
            </a:extLst>
          </p:cNvPr>
          <p:cNvSpPr>
            <a:spLocks xmlns:a="http://schemas.openxmlformats.org/drawingml/2006/main" noGrp="1"/>
          </p:cNvSpPr>
          <p:nvPr/>
        </p:nvSpPr>
        <p:spPr>
          <a:xfrm xmlns:a="http://schemas.openxmlformats.org/drawingml/2006/main">
            <a:off x="533400" y="21717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8FD5CA"/>
                </a:solidFill>
                <a:latin typeface="Fira Sans"/>
                <a:ea typeface="Fira Sans"/>
                <a:cs typeface="Fira Sans"/>
              </a:defRPr>
            </a:defPPr>
            <a:lvl1pPr algn="l">
              <a:defRPr sz="3900" b="1">
                <a:solidFill>
                  <a:srgbClr val="8FD5CA"/>
                </a:solidFill>
                <a:latin typeface="Fira Sans"/>
                <a:ea typeface="Fira Sans"/>
                <a:cs typeface="Fira Sans"/>
              </a:defRPr>
            </a:lvl1pPr>
            <a:lvl2pPr algn="l">
              <a:defRPr sz="3900" b="1">
                <a:solidFill>
                  <a:srgbClr val="8FD5CA"/>
                </a:solidFill>
                <a:latin typeface="Fira Sans"/>
                <a:ea typeface="Fira Sans"/>
                <a:cs typeface="Fira Sans"/>
              </a:defRPr>
            </a:lvl2pPr>
            <a:lvl3pPr algn="l">
              <a:defRPr sz="3900" b="1">
                <a:solidFill>
                  <a:srgbClr val="8FD5CA"/>
                </a:solidFill>
                <a:latin typeface="Fira Sans"/>
                <a:ea typeface="Fira Sans"/>
                <a:cs typeface="Fira Sans"/>
              </a:defRPr>
            </a:lvl3pPr>
            <a:lvl4pPr algn="l">
              <a:defRPr sz="3900" b="1">
                <a:solidFill>
                  <a:srgbClr val="8FD5CA"/>
                </a:solidFill>
                <a:latin typeface="Fira Sans"/>
                <a:ea typeface="Fira Sans"/>
                <a:cs typeface="Fira Sans"/>
              </a:defRPr>
            </a:lvl4pPr>
            <a:lvl5pPr algn="l">
              <a:defRPr sz="3900" b="1">
                <a:solidFill>
                  <a:srgbClr val="8FD5CA"/>
                </a:solidFill>
                <a:latin typeface="Fira Sans"/>
                <a:ea typeface="Fira Sans"/>
                <a:cs typeface="Fira Sans"/>
              </a:defRPr>
            </a:lvl5pPr>
            <a:lvl6pPr algn="l">
              <a:defRPr sz="3900" b="1">
                <a:solidFill>
                  <a:srgbClr val="8FD5CA"/>
                </a:solidFill>
                <a:latin typeface="Fira Sans"/>
                <a:ea typeface="Fira Sans"/>
                <a:cs typeface="Fira Sans"/>
              </a:defRPr>
            </a:lvl6pPr>
            <a:lvl7pPr algn="l">
              <a:defRPr sz="3900" b="1">
                <a:solidFill>
                  <a:srgbClr val="8FD5CA"/>
                </a:solidFill>
                <a:latin typeface="Fira Sans"/>
                <a:ea typeface="Fira Sans"/>
                <a:cs typeface="Fira Sans"/>
              </a:defRPr>
            </a:lvl7pPr>
            <a:lvl8pPr algn="l">
              <a:defRPr sz="3900" b="1">
                <a:solidFill>
                  <a:srgbClr val="8FD5CA"/>
                </a:solidFill>
                <a:latin typeface="Fira Sans"/>
                <a:ea typeface="Fira Sans"/>
                <a:cs typeface="Fira Sans"/>
              </a:defRPr>
            </a:lvl8pPr>
            <a:lvl9pPr algn="l">
              <a:defRPr sz="3900" b="1">
                <a:solidFill>
                  <a:srgbClr val="8FD5CA"/>
                </a:solidFill>
                <a:latin typeface="Fira Sans"/>
                <a:ea typeface="Fira Sans"/>
                <a:cs typeface="Fira Sans"/>
              </a:defRPr>
            </a:lvl9pPr>
          </a:lstStyle>
          <a:p xmlns:a="http://schemas.openxmlformats.org/drawingml/2006/main">
            <a:pPr algn="l">
              <a:defRPr sz="3900" b="1">
                <a:solidFill>
                  <a:srgbClr val="8FD5CA"/>
                </a:solidFill>
                <a:latin typeface="Fira Sans"/>
                <a:ea typeface="Fira Sans"/>
                <a:cs typeface="Fira Sans"/>
              </a:defRPr>
            </a:pPr>
            <a:r>
              <a:rPr sz="3900" b="1">
                <a:solidFill>
                  <a:srgbClr val="8FD5CA"/>
                </a:solidFill>
                <a:latin typeface="Fira Sans"/>
                <a:ea typeface="Fira Sans"/>
                <a:cs typeface="Fira Sans"/>
              </a:rPr>
              <a:t>01</a:t>
            </a:r>
          </a:p>
        </p:txBody>
      </p:sp>
      <p:sp>
        <p:nvSpPr>
          <p:cNvPr id="6" name="">
            <a:extLst xmlns:a="http://schemas.openxmlformats.org/drawingml/2006/main">
              <a:ext uri="{FF2B5EF4-FFF2-40B4-BE49-F238E27FC236}">
                <a16:creationId xmlns:a16="http://schemas.microsoft.com/office/drawing/2014/main" id="{87DF8677-775D-4DAB-B418-59B1E7B42D41}"/>
              </a:ext>
            </a:extLst>
          </p:cNvPr>
          <p:cNvSpPr>
            <a:spLocks xmlns:a="http://schemas.openxmlformats.org/drawingml/2006/main" noGrp="1"/>
          </p:cNvSpPr>
          <p:nvPr/>
        </p:nvSpPr>
        <p:spPr>
          <a:xfrm xmlns:a="http://schemas.openxmlformats.org/drawingml/2006/main">
            <a:off x="533400" y="3133725"/>
            <a:ext cx="2286000" cy="9525"/>
          </a:xfrm>
          <a:custGeom xmlns:a="http://schemas.openxmlformats.org/drawingml/2006/main">
            <a:pathLst>
              <a:path w="2286000" h="9525">
                <a:moveTo>
                  <a:pt x="0" y="0"/>
                </a:moveTo>
                <a:lnTo>
                  <a:pt x="2286000" y="0"/>
                </a:lnTo>
              </a:path>
            </a:pathLst>
          </a:custGeom>
          <a:noFill xmlns:a="http://schemas.openxmlformats.org/drawingml/2006/main"/>
          <a:ln xmlns:a="http://schemas.openxmlformats.org/drawingml/2006/main" w="19050">
            <a:solidFill>
              <a:srgbClr val="8FD5CA"/>
            </a:solidFill>
            <a:prstDash val="solid"/>
          </a:ln>
        </p:spPr>
      </p:sp>
      <p:sp>
        <p:nvSpPr>
          <p:cNvPr id="7" name="Fotografías">
            <a:extLst xmlns:a="http://schemas.openxmlformats.org/drawingml/2006/main">
              <a:ext uri="{FF2B5EF4-FFF2-40B4-BE49-F238E27FC236}">
                <a16:creationId xmlns:a16="http://schemas.microsoft.com/office/drawing/2014/main" id="{FCB315AA-BB50-48EC-B23A-B951FBE15041}"/>
              </a:ext>
            </a:extLst>
          </p:cNvPr>
          <p:cNvSpPr>
            <a:spLocks xmlns:a="http://schemas.openxmlformats.org/drawingml/2006/main" noGrp="1"/>
          </p:cNvSpPr>
          <p:nvPr/>
        </p:nvSpPr>
        <p:spPr>
          <a:xfrm xmlns:a="http://schemas.openxmlformats.org/drawingml/2006/main">
            <a:off x="533400" y="3419475"/>
            <a:ext cx="238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Fira Sans"/>
                <a:ea typeface="Fira Sans"/>
                <a:cs typeface="Fira Sans"/>
              </a:defRPr>
            </a:defPPr>
            <a:lvl1pPr algn="l">
              <a:defRPr sz="2175" b="1">
                <a:solidFill>
                  <a:srgbClr val="FFFFFF"/>
                </a:solidFill>
                <a:latin typeface="Fira Sans"/>
                <a:ea typeface="Fira Sans"/>
                <a:cs typeface="Fira Sans"/>
              </a:defRPr>
            </a:lvl1pPr>
            <a:lvl2pPr algn="l">
              <a:defRPr sz="2175" b="1">
                <a:solidFill>
                  <a:srgbClr val="FFFFFF"/>
                </a:solidFill>
                <a:latin typeface="Fira Sans"/>
                <a:ea typeface="Fira Sans"/>
                <a:cs typeface="Fira Sans"/>
              </a:defRPr>
            </a:lvl2pPr>
            <a:lvl3pPr algn="l">
              <a:defRPr sz="2175" b="1">
                <a:solidFill>
                  <a:srgbClr val="FFFFFF"/>
                </a:solidFill>
                <a:latin typeface="Fira Sans"/>
                <a:ea typeface="Fira Sans"/>
                <a:cs typeface="Fira Sans"/>
              </a:defRPr>
            </a:lvl3pPr>
            <a:lvl4pPr algn="l">
              <a:defRPr sz="2175" b="1">
                <a:solidFill>
                  <a:srgbClr val="FFFFFF"/>
                </a:solidFill>
                <a:latin typeface="Fira Sans"/>
                <a:ea typeface="Fira Sans"/>
                <a:cs typeface="Fira Sans"/>
              </a:defRPr>
            </a:lvl4pPr>
            <a:lvl5pPr algn="l">
              <a:defRPr sz="2175" b="1">
                <a:solidFill>
                  <a:srgbClr val="FFFFFF"/>
                </a:solidFill>
                <a:latin typeface="Fira Sans"/>
                <a:ea typeface="Fira Sans"/>
                <a:cs typeface="Fira Sans"/>
              </a:defRPr>
            </a:lvl5pPr>
            <a:lvl6pPr algn="l">
              <a:defRPr sz="2175" b="1">
                <a:solidFill>
                  <a:srgbClr val="FFFFFF"/>
                </a:solidFill>
                <a:latin typeface="Fira Sans"/>
                <a:ea typeface="Fira Sans"/>
                <a:cs typeface="Fira Sans"/>
              </a:defRPr>
            </a:lvl6pPr>
            <a:lvl7pPr algn="l">
              <a:defRPr sz="2175" b="1">
                <a:solidFill>
                  <a:srgbClr val="FFFFFF"/>
                </a:solidFill>
                <a:latin typeface="Fira Sans"/>
                <a:ea typeface="Fira Sans"/>
                <a:cs typeface="Fira Sans"/>
              </a:defRPr>
            </a:lvl7pPr>
            <a:lvl8pPr algn="l">
              <a:defRPr sz="2175" b="1">
                <a:solidFill>
                  <a:srgbClr val="FFFFFF"/>
                </a:solidFill>
                <a:latin typeface="Fira Sans"/>
                <a:ea typeface="Fira Sans"/>
                <a:cs typeface="Fira Sans"/>
              </a:defRPr>
            </a:lvl8pPr>
            <a:lvl9pPr algn="l">
              <a:defRPr sz="2175" b="1">
                <a:solidFill>
                  <a:srgbClr val="FFFFFF"/>
                </a:solidFill>
                <a:latin typeface="Fira Sans"/>
                <a:ea typeface="Fira Sans"/>
                <a:cs typeface="Fira Sans"/>
              </a:defRPr>
            </a:lvl9pPr>
          </a:lstStyle>
          <a:p xmlns:a="http://schemas.openxmlformats.org/drawingml/2006/main">
            <a:pPr algn="l">
              <a:defRPr sz="2175" b="1">
                <a:solidFill>
                  <a:srgbClr val="FFFFFF"/>
                </a:solidFill>
                <a:latin typeface="Fira Sans"/>
                <a:ea typeface="Fira Sans"/>
                <a:cs typeface="Fira Sans"/>
              </a:defRPr>
            </a:pPr>
            <a:r>
              <a:rPr sz="2175" b="1">
                <a:solidFill>
                  <a:srgbClr val="FFFFFF"/>
                </a:solidFill>
                <a:latin typeface="Fira Sans"/>
                <a:ea typeface="Fira Sans"/>
                <a:cs typeface="Fira Sans"/>
              </a:rPr>
              <a:t>Fotografías</a:t>
            </a:r>
          </a:p>
        </p:txBody>
      </p:sp>
      <p:sp>
        <p:nvSpPr>
          <p:cNvPr id="8" name="Captura organizada">
            <a:extLst xmlns:a="http://schemas.openxmlformats.org/drawingml/2006/main">
              <a:ext uri="{FF2B5EF4-FFF2-40B4-BE49-F238E27FC236}">
                <a16:creationId xmlns:a16="http://schemas.microsoft.com/office/drawing/2014/main" id="{9321D51A-3F23-4239-9805-01ED2A973197}"/>
              </a:ext>
            </a:extLst>
          </p:cNvPr>
          <p:cNvSpPr>
            <a:spLocks xmlns:a="http://schemas.openxmlformats.org/drawingml/2006/main" noGrp="1"/>
          </p:cNvSpPr>
          <p:nvPr/>
        </p:nvSpPr>
        <p:spPr>
          <a:xfrm xmlns:a="http://schemas.openxmlformats.org/drawingml/2006/main">
            <a:off x="533400" y="43910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D4E4E7"/>
                </a:solidFill>
                <a:latin typeface="Fira Sans"/>
                <a:ea typeface="Fira Sans"/>
                <a:cs typeface="Fira Sans"/>
              </a:defRPr>
            </a:defPPr>
            <a:lvl1pPr algn="l">
              <a:defRPr sz="1650" b="0">
                <a:solidFill>
                  <a:srgbClr val="D4E4E7"/>
                </a:solidFill>
                <a:latin typeface="Fira Sans"/>
                <a:ea typeface="Fira Sans"/>
                <a:cs typeface="Fira Sans"/>
              </a:defRPr>
            </a:lvl1pPr>
            <a:lvl2pPr algn="l">
              <a:defRPr sz="1650" b="0">
                <a:solidFill>
                  <a:srgbClr val="D4E4E7"/>
                </a:solidFill>
                <a:latin typeface="Fira Sans"/>
                <a:ea typeface="Fira Sans"/>
                <a:cs typeface="Fira Sans"/>
              </a:defRPr>
            </a:lvl2pPr>
            <a:lvl3pPr algn="l">
              <a:defRPr sz="1650" b="0">
                <a:solidFill>
                  <a:srgbClr val="D4E4E7"/>
                </a:solidFill>
                <a:latin typeface="Fira Sans"/>
                <a:ea typeface="Fira Sans"/>
                <a:cs typeface="Fira Sans"/>
              </a:defRPr>
            </a:lvl3pPr>
            <a:lvl4pPr algn="l">
              <a:defRPr sz="1650" b="0">
                <a:solidFill>
                  <a:srgbClr val="D4E4E7"/>
                </a:solidFill>
                <a:latin typeface="Fira Sans"/>
                <a:ea typeface="Fira Sans"/>
                <a:cs typeface="Fira Sans"/>
              </a:defRPr>
            </a:lvl4pPr>
            <a:lvl5pPr algn="l">
              <a:defRPr sz="1650" b="0">
                <a:solidFill>
                  <a:srgbClr val="D4E4E7"/>
                </a:solidFill>
                <a:latin typeface="Fira Sans"/>
                <a:ea typeface="Fira Sans"/>
                <a:cs typeface="Fira Sans"/>
              </a:defRPr>
            </a:lvl5pPr>
            <a:lvl6pPr algn="l">
              <a:defRPr sz="1650" b="0">
                <a:solidFill>
                  <a:srgbClr val="D4E4E7"/>
                </a:solidFill>
                <a:latin typeface="Fira Sans"/>
                <a:ea typeface="Fira Sans"/>
                <a:cs typeface="Fira Sans"/>
              </a:defRPr>
            </a:lvl6pPr>
            <a:lvl7pPr algn="l">
              <a:defRPr sz="1650" b="0">
                <a:solidFill>
                  <a:srgbClr val="D4E4E7"/>
                </a:solidFill>
                <a:latin typeface="Fira Sans"/>
                <a:ea typeface="Fira Sans"/>
                <a:cs typeface="Fira Sans"/>
              </a:defRPr>
            </a:lvl7pPr>
            <a:lvl8pPr algn="l">
              <a:defRPr sz="1650" b="0">
                <a:solidFill>
                  <a:srgbClr val="D4E4E7"/>
                </a:solidFill>
                <a:latin typeface="Fira Sans"/>
                <a:ea typeface="Fira Sans"/>
                <a:cs typeface="Fira Sans"/>
              </a:defRPr>
            </a:lvl8pPr>
            <a:lvl9pPr algn="l">
              <a:defRPr sz="1650" b="0">
                <a:solidFill>
                  <a:srgbClr val="D4E4E7"/>
                </a:solidFill>
                <a:latin typeface="Fira Sans"/>
                <a:ea typeface="Fira Sans"/>
                <a:cs typeface="Fira Sans"/>
              </a:defRPr>
            </a:lvl9pPr>
          </a:lstStyle>
          <a:p xmlns:a="http://schemas.openxmlformats.org/drawingml/2006/main">
            <a:pPr algn="l">
              <a:defRPr sz="1650" b="0">
                <a:solidFill>
                  <a:srgbClr val="D4E4E7"/>
                </a:solidFill>
                <a:latin typeface="Fira Sans"/>
                <a:ea typeface="Fira Sans"/>
                <a:cs typeface="Fira Sans"/>
              </a:defRPr>
            </a:pPr>
            <a:r>
              <a:rPr sz="1650" b="0">
                <a:solidFill>
                  <a:srgbClr val="D4E4E7"/>
                </a:solidFill>
                <a:latin typeface="Fira Sans"/>
                <a:ea typeface="Fira Sans"/>
                <a:cs typeface="Fira Sans"/>
              </a:rPr>
              <a:t>Captura organizada</a:t>
            </a:r>
          </a:p>
        </p:txBody>
      </p:sp>
      <p:sp>
        <p:nvSpPr>
          <p:cNvPr id="9" name="">
            <a:extLst xmlns:a="http://schemas.openxmlformats.org/drawingml/2006/main">
              <a:ext uri="{FF2B5EF4-FFF2-40B4-BE49-F238E27FC236}">
                <a16:creationId xmlns:a16="http://schemas.microsoft.com/office/drawing/2014/main" id="{800A7AFB-9A6A-41DD-8677-37BE499696FF}"/>
              </a:ext>
            </a:extLst>
          </p:cNvPr>
          <p:cNvSpPr>
            <a:spLocks xmlns:a="http://schemas.openxmlformats.org/drawingml/2006/main" noGrp="1"/>
          </p:cNvSpPr>
          <p:nvPr/>
        </p:nvSpPr>
        <p:spPr>
          <a:xfrm xmlns:a="http://schemas.openxmlformats.org/drawingml/2006/main">
            <a:off x="2886075" y="3124200"/>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3813">
            <a:solidFill>
              <a:srgbClr val="8FD5CA"/>
            </a:solidFill>
            <a:prstDash val="solid"/>
          </a:ln>
        </p:spPr>
      </p:sp>
      <p:sp>
        <p:nvSpPr>
          <p:cNvPr id="10" name="">
            <a:extLst xmlns:a="http://schemas.openxmlformats.org/drawingml/2006/main">
              <a:ext uri="{FF2B5EF4-FFF2-40B4-BE49-F238E27FC236}">
                <a16:creationId xmlns:a16="http://schemas.microsoft.com/office/drawing/2014/main" id="{37DBE210-4B43-4AAD-86F1-189DDD836F80}"/>
              </a:ext>
            </a:extLst>
          </p:cNvPr>
          <p:cNvSpPr>
            <a:spLocks xmlns:a="http://schemas.openxmlformats.org/drawingml/2006/main" noGrp="1"/>
          </p:cNvSpPr>
          <p:nvPr/>
        </p:nvSpPr>
        <p:spPr>
          <a:xfrm xmlns:a="http://schemas.openxmlformats.org/drawingml/2006/main">
            <a:off x="3124200" y="306705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8FD5CA"/>
            </a:solidFill>
            <a:prstDash val="solid"/>
          </a:ln>
        </p:spPr>
      </p:sp>
      <p:sp>
        <p:nvSpPr>
          <p:cNvPr id="11" name="02">
            <a:extLst xmlns:a="http://schemas.openxmlformats.org/drawingml/2006/main">
              <a:ext uri="{FF2B5EF4-FFF2-40B4-BE49-F238E27FC236}">
                <a16:creationId xmlns:a16="http://schemas.microsoft.com/office/drawing/2014/main" id="{37E06BFF-C0E6-494F-A300-22B82360D73C}"/>
              </a:ext>
            </a:extLst>
          </p:cNvPr>
          <p:cNvSpPr>
            <a:spLocks xmlns:a="http://schemas.openxmlformats.org/drawingml/2006/main" noGrp="1"/>
          </p:cNvSpPr>
          <p:nvPr/>
        </p:nvSpPr>
        <p:spPr>
          <a:xfrm xmlns:a="http://schemas.openxmlformats.org/drawingml/2006/main">
            <a:off x="3429000" y="21717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8FD5CA"/>
                </a:solidFill>
                <a:latin typeface="Fira Sans"/>
                <a:ea typeface="Fira Sans"/>
                <a:cs typeface="Fira Sans"/>
              </a:defRPr>
            </a:defPPr>
            <a:lvl1pPr algn="l">
              <a:defRPr sz="3900" b="1">
                <a:solidFill>
                  <a:srgbClr val="8FD5CA"/>
                </a:solidFill>
                <a:latin typeface="Fira Sans"/>
                <a:ea typeface="Fira Sans"/>
                <a:cs typeface="Fira Sans"/>
              </a:defRPr>
            </a:lvl1pPr>
            <a:lvl2pPr algn="l">
              <a:defRPr sz="3900" b="1">
                <a:solidFill>
                  <a:srgbClr val="8FD5CA"/>
                </a:solidFill>
                <a:latin typeface="Fira Sans"/>
                <a:ea typeface="Fira Sans"/>
                <a:cs typeface="Fira Sans"/>
              </a:defRPr>
            </a:lvl2pPr>
            <a:lvl3pPr algn="l">
              <a:defRPr sz="3900" b="1">
                <a:solidFill>
                  <a:srgbClr val="8FD5CA"/>
                </a:solidFill>
                <a:latin typeface="Fira Sans"/>
                <a:ea typeface="Fira Sans"/>
                <a:cs typeface="Fira Sans"/>
              </a:defRPr>
            </a:lvl3pPr>
            <a:lvl4pPr algn="l">
              <a:defRPr sz="3900" b="1">
                <a:solidFill>
                  <a:srgbClr val="8FD5CA"/>
                </a:solidFill>
                <a:latin typeface="Fira Sans"/>
                <a:ea typeface="Fira Sans"/>
                <a:cs typeface="Fira Sans"/>
              </a:defRPr>
            </a:lvl4pPr>
            <a:lvl5pPr algn="l">
              <a:defRPr sz="3900" b="1">
                <a:solidFill>
                  <a:srgbClr val="8FD5CA"/>
                </a:solidFill>
                <a:latin typeface="Fira Sans"/>
                <a:ea typeface="Fira Sans"/>
                <a:cs typeface="Fira Sans"/>
              </a:defRPr>
            </a:lvl5pPr>
            <a:lvl6pPr algn="l">
              <a:defRPr sz="3900" b="1">
                <a:solidFill>
                  <a:srgbClr val="8FD5CA"/>
                </a:solidFill>
                <a:latin typeface="Fira Sans"/>
                <a:ea typeface="Fira Sans"/>
                <a:cs typeface="Fira Sans"/>
              </a:defRPr>
            </a:lvl6pPr>
            <a:lvl7pPr algn="l">
              <a:defRPr sz="3900" b="1">
                <a:solidFill>
                  <a:srgbClr val="8FD5CA"/>
                </a:solidFill>
                <a:latin typeface="Fira Sans"/>
                <a:ea typeface="Fira Sans"/>
                <a:cs typeface="Fira Sans"/>
              </a:defRPr>
            </a:lvl7pPr>
            <a:lvl8pPr algn="l">
              <a:defRPr sz="3900" b="1">
                <a:solidFill>
                  <a:srgbClr val="8FD5CA"/>
                </a:solidFill>
                <a:latin typeface="Fira Sans"/>
                <a:ea typeface="Fira Sans"/>
                <a:cs typeface="Fira Sans"/>
              </a:defRPr>
            </a:lvl8pPr>
            <a:lvl9pPr algn="l">
              <a:defRPr sz="3900" b="1">
                <a:solidFill>
                  <a:srgbClr val="8FD5CA"/>
                </a:solidFill>
                <a:latin typeface="Fira Sans"/>
                <a:ea typeface="Fira Sans"/>
                <a:cs typeface="Fira Sans"/>
              </a:defRPr>
            </a:lvl9pPr>
          </a:lstStyle>
          <a:p xmlns:a="http://schemas.openxmlformats.org/drawingml/2006/main">
            <a:pPr algn="l">
              <a:defRPr sz="3900" b="1">
                <a:solidFill>
                  <a:srgbClr val="8FD5CA"/>
                </a:solidFill>
                <a:latin typeface="Fira Sans"/>
                <a:ea typeface="Fira Sans"/>
                <a:cs typeface="Fira Sans"/>
              </a:defRPr>
            </a:pPr>
            <a:r>
              <a:rPr sz="3900" b="1">
                <a:solidFill>
                  <a:srgbClr val="8FD5CA"/>
                </a:solidFill>
                <a:latin typeface="Fira Sans"/>
                <a:ea typeface="Fira Sans"/>
                <a:cs typeface="Fira Sans"/>
              </a:rPr>
              <a:t>02</a:t>
            </a:r>
          </a:p>
        </p:txBody>
      </p:sp>
      <p:sp>
        <p:nvSpPr>
          <p:cNvPr id="12" name="">
            <a:extLst xmlns:a="http://schemas.openxmlformats.org/drawingml/2006/main">
              <a:ext uri="{FF2B5EF4-FFF2-40B4-BE49-F238E27FC236}">
                <a16:creationId xmlns:a16="http://schemas.microsoft.com/office/drawing/2014/main" id="{314CB646-63F4-4F97-A5DD-1AFF1715EF68}"/>
              </a:ext>
            </a:extLst>
          </p:cNvPr>
          <p:cNvSpPr>
            <a:spLocks xmlns:a="http://schemas.openxmlformats.org/drawingml/2006/main" noGrp="1"/>
          </p:cNvSpPr>
          <p:nvPr/>
        </p:nvSpPr>
        <p:spPr>
          <a:xfrm xmlns:a="http://schemas.openxmlformats.org/drawingml/2006/main">
            <a:off x="3429000" y="3133725"/>
            <a:ext cx="2286000" cy="9525"/>
          </a:xfrm>
          <a:custGeom xmlns:a="http://schemas.openxmlformats.org/drawingml/2006/main">
            <a:pathLst>
              <a:path w="2286000" h="9525">
                <a:moveTo>
                  <a:pt x="0" y="0"/>
                </a:moveTo>
                <a:lnTo>
                  <a:pt x="2286000" y="0"/>
                </a:lnTo>
              </a:path>
            </a:pathLst>
          </a:custGeom>
          <a:noFill xmlns:a="http://schemas.openxmlformats.org/drawingml/2006/main"/>
          <a:ln xmlns:a="http://schemas.openxmlformats.org/drawingml/2006/main" w="19050">
            <a:solidFill>
              <a:srgbClr val="8FD5CA"/>
            </a:solidFill>
            <a:prstDash val="solid"/>
          </a:ln>
        </p:spPr>
      </p:sp>
      <p:sp>
        <p:nvSpPr>
          <p:cNvPr id="13" name="Calibración">
            <a:extLst xmlns:a="http://schemas.openxmlformats.org/drawingml/2006/main">
              <a:ext uri="{FF2B5EF4-FFF2-40B4-BE49-F238E27FC236}">
                <a16:creationId xmlns:a16="http://schemas.microsoft.com/office/drawing/2014/main" id="{02C9369B-C7D8-4046-B218-9BB9E8F460BE}"/>
              </a:ext>
            </a:extLst>
          </p:cNvPr>
          <p:cNvSpPr>
            <a:spLocks xmlns:a="http://schemas.openxmlformats.org/drawingml/2006/main" noGrp="1"/>
          </p:cNvSpPr>
          <p:nvPr/>
        </p:nvSpPr>
        <p:spPr>
          <a:xfrm xmlns:a="http://schemas.openxmlformats.org/drawingml/2006/main">
            <a:off x="3429000" y="3419475"/>
            <a:ext cx="238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Fira Sans"/>
                <a:ea typeface="Fira Sans"/>
                <a:cs typeface="Fira Sans"/>
              </a:defRPr>
            </a:defPPr>
            <a:lvl1pPr algn="l">
              <a:defRPr sz="2175" b="1">
                <a:solidFill>
                  <a:srgbClr val="FFFFFF"/>
                </a:solidFill>
                <a:latin typeface="Fira Sans"/>
                <a:ea typeface="Fira Sans"/>
                <a:cs typeface="Fira Sans"/>
              </a:defRPr>
            </a:lvl1pPr>
            <a:lvl2pPr algn="l">
              <a:defRPr sz="2175" b="1">
                <a:solidFill>
                  <a:srgbClr val="FFFFFF"/>
                </a:solidFill>
                <a:latin typeface="Fira Sans"/>
                <a:ea typeface="Fira Sans"/>
                <a:cs typeface="Fira Sans"/>
              </a:defRPr>
            </a:lvl2pPr>
            <a:lvl3pPr algn="l">
              <a:defRPr sz="2175" b="1">
                <a:solidFill>
                  <a:srgbClr val="FFFFFF"/>
                </a:solidFill>
                <a:latin typeface="Fira Sans"/>
                <a:ea typeface="Fira Sans"/>
                <a:cs typeface="Fira Sans"/>
              </a:defRPr>
            </a:lvl3pPr>
            <a:lvl4pPr algn="l">
              <a:defRPr sz="2175" b="1">
                <a:solidFill>
                  <a:srgbClr val="FFFFFF"/>
                </a:solidFill>
                <a:latin typeface="Fira Sans"/>
                <a:ea typeface="Fira Sans"/>
                <a:cs typeface="Fira Sans"/>
              </a:defRPr>
            </a:lvl4pPr>
            <a:lvl5pPr algn="l">
              <a:defRPr sz="2175" b="1">
                <a:solidFill>
                  <a:srgbClr val="FFFFFF"/>
                </a:solidFill>
                <a:latin typeface="Fira Sans"/>
                <a:ea typeface="Fira Sans"/>
                <a:cs typeface="Fira Sans"/>
              </a:defRPr>
            </a:lvl5pPr>
            <a:lvl6pPr algn="l">
              <a:defRPr sz="2175" b="1">
                <a:solidFill>
                  <a:srgbClr val="FFFFFF"/>
                </a:solidFill>
                <a:latin typeface="Fira Sans"/>
                <a:ea typeface="Fira Sans"/>
                <a:cs typeface="Fira Sans"/>
              </a:defRPr>
            </a:lvl6pPr>
            <a:lvl7pPr algn="l">
              <a:defRPr sz="2175" b="1">
                <a:solidFill>
                  <a:srgbClr val="FFFFFF"/>
                </a:solidFill>
                <a:latin typeface="Fira Sans"/>
                <a:ea typeface="Fira Sans"/>
                <a:cs typeface="Fira Sans"/>
              </a:defRPr>
            </a:lvl7pPr>
            <a:lvl8pPr algn="l">
              <a:defRPr sz="2175" b="1">
                <a:solidFill>
                  <a:srgbClr val="FFFFFF"/>
                </a:solidFill>
                <a:latin typeface="Fira Sans"/>
                <a:ea typeface="Fira Sans"/>
                <a:cs typeface="Fira Sans"/>
              </a:defRPr>
            </a:lvl8pPr>
            <a:lvl9pPr algn="l">
              <a:defRPr sz="2175" b="1">
                <a:solidFill>
                  <a:srgbClr val="FFFFFF"/>
                </a:solidFill>
                <a:latin typeface="Fira Sans"/>
                <a:ea typeface="Fira Sans"/>
                <a:cs typeface="Fira Sans"/>
              </a:defRPr>
            </a:lvl9pPr>
          </a:lstStyle>
          <a:p xmlns:a="http://schemas.openxmlformats.org/drawingml/2006/main">
            <a:pPr algn="l">
              <a:defRPr sz="2175" b="1">
                <a:solidFill>
                  <a:srgbClr val="FFFFFF"/>
                </a:solidFill>
                <a:latin typeface="Fira Sans"/>
                <a:ea typeface="Fira Sans"/>
                <a:cs typeface="Fira Sans"/>
              </a:defRPr>
            </a:pPr>
            <a:r>
              <a:rPr sz="2175" b="1">
                <a:solidFill>
                  <a:srgbClr val="FFFFFF"/>
                </a:solidFill>
                <a:latin typeface="Fira Sans"/>
                <a:ea typeface="Fira Sans"/>
                <a:cs typeface="Fira Sans"/>
              </a:rPr>
              <a:t>Calibración</a:t>
            </a:r>
          </a:p>
        </p:txBody>
      </p:sp>
      <p:sp>
        <p:nvSpPr>
          <p:cNvPr id="14" name="Cámaras y ajuste">
            <a:extLst xmlns:a="http://schemas.openxmlformats.org/drawingml/2006/main">
              <a:ext uri="{FF2B5EF4-FFF2-40B4-BE49-F238E27FC236}">
                <a16:creationId xmlns:a16="http://schemas.microsoft.com/office/drawing/2014/main" id="{89A347D7-0EFF-4327-B7F7-14DE6290F232}"/>
              </a:ext>
            </a:extLst>
          </p:cNvPr>
          <p:cNvSpPr>
            <a:spLocks xmlns:a="http://schemas.openxmlformats.org/drawingml/2006/main" noGrp="1"/>
          </p:cNvSpPr>
          <p:nvPr/>
        </p:nvSpPr>
        <p:spPr>
          <a:xfrm xmlns:a="http://schemas.openxmlformats.org/drawingml/2006/main">
            <a:off x="3429000" y="43910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D4E4E7"/>
                </a:solidFill>
                <a:latin typeface="Fira Sans"/>
                <a:ea typeface="Fira Sans"/>
                <a:cs typeface="Fira Sans"/>
              </a:defRPr>
            </a:defPPr>
            <a:lvl1pPr algn="l">
              <a:defRPr sz="1650" b="0">
                <a:solidFill>
                  <a:srgbClr val="D4E4E7"/>
                </a:solidFill>
                <a:latin typeface="Fira Sans"/>
                <a:ea typeface="Fira Sans"/>
                <a:cs typeface="Fira Sans"/>
              </a:defRPr>
            </a:lvl1pPr>
            <a:lvl2pPr algn="l">
              <a:defRPr sz="1650" b="0">
                <a:solidFill>
                  <a:srgbClr val="D4E4E7"/>
                </a:solidFill>
                <a:latin typeface="Fira Sans"/>
                <a:ea typeface="Fira Sans"/>
                <a:cs typeface="Fira Sans"/>
              </a:defRPr>
            </a:lvl2pPr>
            <a:lvl3pPr algn="l">
              <a:defRPr sz="1650" b="0">
                <a:solidFill>
                  <a:srgbClr val="D4E4E7"/>
                </a:solidFill>
                <a:latin typeface="Fira Sans"/>
                <a:ea typeface="Fira Sans"/>
                <a:cs typeface="Fira Sans"/>
              </a:defRPr>
            </a:lvl3pPr>
            <a:lvl4pPr algn="l">
              <a:defRPr sz="1650" b="0">
                <a:solidFill>
                  <a:srgbClr val="D4E4E7"/>
                </a:solidFill>
                <a:latin typeface="Fira Sans"/>
                <a:ea typeface="Fira Sans"/>
                <a:cs typeface="Fira Sans"/>
              </a:defRPr>
            </a:lvl4pPr>
            <a:lvl5pPr algn="l">
              <a:defRPr sz="1650" b="0">
                <a:solidFill>
                  <a:srgbClr val="D4E4E7"/>
                </a:solidFill>
                <a:latin typeface="Fira Sans"/>
                <a:ea typeface="Fira Sans"/>
                <a:cs typeface="Fira Sans"/>
              </a:defRPr>
            </a:lvl5pPr>
            <a:lvl6pPr algn="l">
              <a:defRPr sz="1650" b="0">
                <a:solidFill>
                  <a:srgbClr val="D4E4E7"/>
                </a:solidFill>
                <a:latin typeface="Fira Sans"/>
                <a:ea typeface="Fira Sans"/>
                <a:cs typeface="Fira Sans"/>
              </a:defRPr>
            </a:lvl6pPr>
            <a:lvl7pPr algn="l">
              <a:defRPr sz="1650" b="0">
                <a:solidFill>
                  <a:srgbClr val="D4E4E7"/>
                </a:solidFill>
                <a:latin typeface="Fira Sans"/>
                <a:ea typeface="Fira Sans"/>
                <a:cs typeface="Fira Sans"/>
              </a:defRPr>
            </a:lvl7pPr>
            <a:lvl8pPr algn="l">
              <a:defRPr sz="1650" b="0">
                <a:solidFill>
                  <a:srgbClr val="D4E4E7"/>
                </a:solidFill>
                <a:latin typeface="Fira Sans"/>
                <a:ea typeface="Fira Sans"/>
                <a:cs typeface="Fira Sans"/>
              </a:defRPr>
            </a:lvl8pPr>
            <a:lvl9pPr algn="l">
              <a:defRPr sz="1650" b="0">
                <a:solidFill>
                  <a:srgbClr val="D4E4E7"/>
                </a:solidFill>
                <a:latin typeface="Fira Sans"/>
                <a:ea typeface="Fira Sans"/>
                <a:cs typeface="Fira Sans"/>
              </a:defRPr>
            </a:lvl9pPr>
          </a:lstStyle>
          <a:p xmlns:a="http://schemas.openxmlformats.org/drawingml/2006/main">
            <a:pPr algn="l">
              <a:defRPr sz="1650" b="0">
                <a:solidFill>
                  <a:srgbClr val="D4E4E7"/>
                </a:solidFill>
                <a:latin typeface="Fira Sans"/>
                <a:ea typeface="Fira Sans"/>
                <a:cs typeface="Fira Sans"/>
              </a:defRPr>
            </a:pPr>
            <a:r>
              <a:rPr sz="1650" b="0">
                <a:solidFill>
                  <a:srgbClr val="D4E4E7"/>
                </a:solidFill>
                <a:latin typeface="Fira Sans"/>
                <a:ea typeface="Fira Sans"/>
                <a:cs typeface="Fira Sans"/>
              </a:rPr>
              <a:t>Cámaras y ajuste</a:t>
            </a:r>
          </a:p>
        </p:txBody>
      </p:sp>
      <p:sp>
        <p:nvSpPr>
          <p:cNvPr id="15" name="">
            <a:extLst xmlns:a="http://schemas.openxmlformats.org/drawingml/2006/main">
              <a:ext uri="{FF2B5EF4-FFF2-40B4-BE49-F238E27FC236}">
                <a16:creationId xmlns:a16="http://schemas.microsoft.com/office/drawing/2014/main" id="{B2C7387E-D23D-4120-A532-258001B47C84}"/>
              </a:ext>
            </a:extLst>
          </p:cNvPr>
          <p:cNvSpPr>
            <a:spLocks xmlns:a="http://schemas.openxmlformats.org/drawingml/2006/main" noGrp="1"/>
          </p:cNvSpPr>
          <p:nvPr/>
        </p:nvSpPr>
        <p:spPr>
          <a:xfrm xmlns:a="http://schemas.openxmlformats.org/drawingml/2006/main">
            <a:off x="5781675" y="3124200"/>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3813">
            <a:solidFill>
              <a:srgbClr val="8FD5CA"/>
            </a:solidFill>
            <a:prstDash val="solid"/>
          </a:ln>
        </p:spPr>
      </p:sp>
      <p:sp>
        <p:nvSpPr>
          <p:cNvPr id="16" name="">
            <a:extLst xmlns:a="http://schemas.openxmlformats.org/drawingml/2006/main">
              <a:ext uri="{FF2B5EF4-FFF2-40B4-BE49-F238E27FC236}">
                <a16:creationId xmlns:a16="http://schemas.microsoft.com/office/drawing/2014/main" id="{7452A67F-5F7B-4835-8CC2-ACA2ECECD5E6}"/>
              </a:ext>
            </a:extLst>
          </p:cNvPr>
          <p:cNvSpPr>
            <a:spLocks xmlns:a="http://schemas.openxmlformats.org/drawingml/2006/main" noGrp="1"/>
          </p:cNvSpPr>
          <p:nvPr/>
        </p:nvSpPr>
        <p:spPr>
          <a:xfrm xmlns:a="http://schemas.openxmlformats.org/drawingml/2006/main">
            <a:off x="6019800" y="306705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8FD5CA"/>
            </a:solidFill>
            <a:prstDash val="solid"/>
          </a:ln>
        </p:spPr>
      </p:sp>
      <p:sp>
        <p:nvSpPr>
          <p:cNvPr id="17" name="03">
            <a:extLst xmlns:a="http://schemas.openxmlformats.org/drawingml/2006/main">
              <a:ext uri="{FF2B5EF4-FFF2-40B4-BE49-F238E27FC236}">
                <a16:creationId xmlns:a16="http://schemas.microsoft.com/office/drawing/2014/main" id="{2956B7BA-B3C1-476F-9C8B-A7187C007825}"/>
              </a:ext>
            </a:extLst>
          </p:cNvPr>
          <p:cNvSpPr>
            <a:spLocks xmlns:a="http://schemas.openxmlformats.org/drawingml/2006/main" noGrp="1"/>
          </p:cNvSpPr>
          <p:nvPr/>
        </p:nvSpPr>
        <p:spPr>
          <a:xfrm xmlns:a="http://schemas.openxmlformats.org/drawingml/2006/main">
            <a:off x="6324600" y="21717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8FD5CA"/>
                </a:solidFill>
                <a:latin typeface="Fira Sans"/>
                <a:ea typeface="Fira Sans"/>
                <a:cs typeface="Fira Sans"/>
              </a:defRPr>
            </a:defPPr>
            <a:lvl1pPr algn="l">
              <a:defRPr sz="3900" b="1">
                <a:solidFill>
                  <a:srgbClr val="8FD5CA"/>
                </a:solidFill>
                <a:latin typeface="Fira Sans"/>
                <a:ea typeface="Fira Sans"/>
                <a:cs typeface="Fira Sans"/>
              </a:defRPr>
            </a:lvl1pPr>
            <a:lvl2pPr algn="l">
              <a:defRPr sz="3900" b="1">
                <a:solidFill>
                  <a:srgbClr val="8FD5CA"/>
                </a:solidFill>
                <a:latin typeface="Fira Sans"/>
                <a:ea typeface="Fira Sans"/>
                <a:cs typeface="Fira Sans"/>
              </a:defRPr>
            </a:lvl2pPr>
            <a:lvl3pPr algn="l">
              <a:defRPr sz="3900" b="1">
                <a:solidFill>
                  <a:srgbClr val="8FD5CA"/>
                </a:solidFill>
                <a:latin typeface="Fira Sans"/>
                <a:ea typeface="Fira Sans"/>
                <a:cs typeface="Fira Sans"/>
              </a:defRPr>
            </a:lvl3pPr>
            <a:lvl4pPr algn="l">
              <a:defRPr sz="3900" b="1">
                <a:solidFill>
                  <a:srgbClr val="8FD5CA"/>
                </a:solidFill>
                <a:latin typeface="Fira Sans"/>
                <a:ea typeface="Fira Sans"/>
                <a:cs typeface="Fira Sans"/>
              </a:defRPr>
            </a:lvl4pPr>
            <a:lvl5pPr algn="l">
              <a:defRPr sz="3900" b="1">
                <a:solidFill>
                  <a:srgbClr val="8FD5CA"/>
                </a:solidFill>
                <a:latin typeface="Fira Sans"/>
                <a:ea typeface="Fira Sans"/>
                <a:cs typeface="Fira Sans"/>
              </a:defRPr>
            </a:lvl5pPr>
            <a:lvl6pPr algn="l">
              <a:defRPr sz="3900" b="1">
                <a:solidFill>
                  <a:srgbClr val="8FD5CA"/>
                </a:solidFill>
                <a:latin typeface="Fira Sans"/>
                <a:ea typeface="Fira Sans"/>
                <a:cs typeface="Fira Sans"/>
              </a:defRPr>
            </a:lvl6pPr>
            <a:lvl7pPr algn="l">
              <a:defRPr sz="3900" b="1">
                <a:solidFill>
                  <a:srgbClr val="8FD5CA"/>
                </a:solidFill>
                <a:latin typeface="Fira Sans"/>
                <a:ea typeface="Fira Sans"/>
                <a:cs typeface="Fira Sans"/>
              </a:defRPr>
            </a:lvl7pPr>
            <a:lvl8pPr algn="l">
              <a:defRPr sz="3900" b="1">
                <a:solidFill>
                  <a:srgbClr val="8FD5CA"/>
                </a:solidFill>
                <a:latin typeface="Fira Sans"/>
                <a:ea typeface="Fira Sans"/>
                <a:cs typeface="Fira Sans"/>
              </a:defRPr>
            </a:lvl8pPr>
            <a:lvl9pPr algn="l">
              <a:defRPr sz="3900" b="1">
                <a:solidFill>
                  <a:srgbClr val="8FD5CA"/>
                </a:solidFill>
                <a:latin typeface="Fira Sans"/>
                <a:ea typeface="Fira Sans"/>
                <a:cs typeface="Fira Sans"/>
              </a:defRPr>
            </a:lvl9pPr>
          </a:lstStyle>
          <a:p xmlns:a="http://schemas.openxmlformats.org/drawingml/2006/main">
            <a:pPr algn="l">
              <a:defRPr sz="3900" b="1">
                <a:solidFill>
                  <a:srgbClr val="8FD5CA"/>
                </a:solidFill>
                <a:latin typeface="Fira Sans"/>
                <a:ea typeface="Fira Sans"/>
                <a:cs typeface="Fira Sans"/>
              </a:defRPr>
            </a:pPr>
            <a:r>
              <a:rPr sz="3900" b="1">
                <a:solidFill>
                  <a:srgbClr val="8FD5CA"/>
                </a:solidFill>
                <a:latin typeface="Fira Sans"/>
                <a:ea typeface="Fira Sans"/>
                <a:cs typeface="Fira Sans"/>
              </a:rPr>
              <a:t>03</a:t>
            </a:r>
          </a:p>
        </p:txBody>
      </p:sp>
      <p:sp>
        <p:nvSpPr>
          <p:cNvPr id="18" name="">
            <a:extLst xmlns:a="http://schemas.openxmlformats.org/drawingml/2006/main">
              <a:ext uri="{FF2B5EF4-FFF2-40B4-BE49-F238E27FC236}">
                <a16:creationId xmlns:a16="http://schemas.microsoft.com/office/drawing/2014/main" id="{360DB41E-EA21-417C-9080-A9FFECECB236}"/>
              </a:ext>
            </a:extLst>
          </p:cNvPr>
          <p:cNvSpPr>
            <a:spLocks xmlns:a="http://schemas.openxmlformats.org/drawingml/2006/main" noGrp="1"/>
          </p:cNvSpPr>
          <p:nvPr/>
        </p:nvSpPr>
        <p:spPr>
          <a:xfrm xmlns:a="http://schemas.openxmlformats.org/drawingml/2006/main">
            <a:off x="6324600" y="3133725"/>
            <a:ext cx="2286000" cy="9525"/>
          </a:xfrm>
          <a:custGeom xmlns:a="http://schemas.openxmlformats.org/drawingml/2006/main">
            <a:pathLst>
              <a:path w="2286000" h="9525">
                <a:moveTo>
                  <a:pt x="0" y="0"/>
                </a:moveTo>
                <a:lnTo>
                  <a:pt x="2286000" y="0"/>
                </a:lnTo>
              </a:path>
            </a:pathLst>
          </a:custGeom>
          <a:noFill xmlns:a="http://schemas.openxmlformats.org/drawingml/2006/main"/>
          <a:ln xmlns:a="http://schemas.openxmlformats.org/drawingml/2006/main" w="19050">
            <a:solidFill>
              <a:srgbClr val="8FD5CA"/>
            </a:solidFill>
            <a:prstDash val="solid"/>
          </a:ln>
        </p:spPr>
      </p:sp>
      <p:sp>
        <p:nvSpPr>
          <p:cNvPr id="19" name="Nube de puntos">
            <a:extLst xmlns:a="http://schemas.openxmlformats.org/drawingml/2006/main">
              <a:ext uri="{FF2B5EF4-FFF2-40B4-BE49-F238E27FC236}">
                <a16:creationId xmlns:a16="http://schemas.microsoft.com/office/drawing/2014/main" id="{704C4FAE-3E93-4785-BADE-40FC05F35736}"/>
              </a:ext>
            </a:extLst>
          </p:cNvPr>
          <p:cNvSpPr>
            <a:spLocks xmlns:a="http://schemas.openxmlformats.org/drawingml/2006/main" noGrp="1"/>
          </p:cNvSpPr>
          <p:nvPr/>
        </p:nvSpPr>
        <p:spPr>
          <a:xfrm xmlns:a="http://schemas.openxmlformats.org/drawingml/2006/main">
            <a:off x="6324600" y="3419475"/>
            <a:ext cx="238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Fira Sans"/>
                <a:ea typeface="Fira Sans"/>
                <a:cs typeface="Fira Sans"/>
              </a:defRPr>
            </a:defPPr>
            <a:lvl1pPr algn="l">
              <a:defRPr sz="2175" b="1">
                <a:solidFill>
                  <a:srgbClr val="FFFFFF"/>
                </a:solidFill>
                <a:latin typeface="Fira Sans"/>
                <a:ea typeface="Fira Sans"/>
                <a:cs typeface="Fira Sans"/>
              </a:defRPr>
            </a:lvl1pPr>
            <a:lvl2pPr algn="l">
              <a:defRPr sz="2175" b="1">
                <a:solidFill>
                  <a:srgbClr val="FFFFFF"/>
                </a:solidFill>
                <a:latin typeface="Fira Sans"/>
                <a:ea typeface="Fira Sans"/>
                <a:cs typeface="Fira Sans"/>
              </a:defRPr>
            </a:lvl2pPr>
            <a:lvl3pPr algn="l">
              <a:defRPr sz="2175" b="1">
                <a:solidFill>
                  <a:srgbClr val="FFFFFF"/>
                </a:solidFill>
                <a:latin typeface="Fira Sans"/>
                <a:ea typeface="Fira Sans"/>
                <a:cs typeface="Fira Sans"/>
              </a:defRPr>
            </a:lvl3pPr>
            <a:lvl4pPr algn="l">
              <a:defRPr sz="2175" b="1">
                <a:solidFill>
                  <a:srgbClr val="FFFFFF"/>
                </a:solidFill>
                <a:latin typeface="Fira Sans"/>
                <a:ea typeface="Fira Sans"/>
                <a:cs typeface="Fira Sans"/>
              </a:defRPr>
            </a:lvl4pPr>
            <a:lvl5pPr algn="l">
              <a:defRPr sz="2175" b="1">
                <a:solidFill>
                  <a:srgbClr val="FFFFFF"/>
                </a:solidFill>
                <a:latin typeface="Fira Sans"/>
                <a:ea typeface="Fira Sans"/>
                <a:cs typeface="Fira Sans"/>
              </a:defRPr>
            </a:lvl5pPr>
            <a:lvl6pPr algn="l">
              <a:defRPr sz="2175" b="1">
                <a:solidFill>
                  <a:srgbClr val="FFFFFF"/>
                </a:solidFill>
                <a:latin typeface="Fira Sans"/>
                <a:ea typeface="Fira Sans"/>
                <a:cs typeface="Fira Sans"/>
              </a:defRPr>
            </a:lvl6pPr>
            <a:lvl7pPr algn="l">
              <a:defRPr sz="2175" b="1">
                <a:solidFill>
                  <a:srgbClr val="FFFFFF"/>
                </a:solidFill>
                <a:latin typeface="Fira Sans"/>
                <a:ea typeface="Fira Sans"/>
                <a:cs typeface="Fira Sans"/>
              </a:defRPr>
            </a:lvl7pPr>
            <a:lvl8pPr algn="l">
              <a:defRPr sz="2175" b="1">
                <a:solidFill>
                  <a:srgbClr val="FFFFFF"/>
                </a:solidFill>
                <a:latin typeface="Fira Sans"/>
                <a:ea typeface="Fira Sans"/>
                <a:cs typeface="Fira Sans"/>
              </a:defRPr>
            </a:lvl8pPr>
            <a:lvl9pPr algn="l">
              <a:defRPr sz="2175" b="1">
                <a:solidFill>
                  <a:srgbClr val="FFFFFF"/>
                </a:solidFill>
                <a:latin typeface="Fira Sans"/>
                <a:ea typeface="Fira Sans"/>
                <a:cs typeface="Fira Sans"/>
              </a:defRPr>
            </a:lvl9pPr>
          </a:lstStyle>
          <a:p xmlns:a="http://schemas.openxmlformats.org/drawingml/2006/main">
            <a:pPr algn="l">
              <a:defRPr sz="2175" b="1">
                <a:solidFill>
                  <a:srgbClr val="FFFFFF"/>
                </a:solidFill>
                <a:latin typeface="Fira Sans"/>
                <a:ea typeface="Fira Sans"/>
                <a:cs typeface="Fira Sans"/>
              </a:defRPr>
            </a:pPr>
            <a:r>
              <a:rPr sz="2175" b="1">
                <a:solidFill>
                  <a:srgbClr val="FFFFFF"/>
                </a:solidFill>
                <a:latin typeface="Fira Sans"/>
                <a:ea typeface="Fira Sans"/>
                <a:cs typeface="Fira Sans"/>
              </a:rPr>
              <a:t>Nube de puntos</a:t>
            </a:r>
          </a:p>
        </p:txBody>
      </p:sp>
      <p:sp>
        <p:nvSpPr>
          <p:cNvPr id="20" name="Geometría 3D">
            <a:extLst xmlns:a="http://schemas.openxmlformats.org/drawingml/2006/main">
              <a:ext uri="{FF2B5EF4-FFF2-40B4-BE49-F238E27FC236}">
                <a16:creationId xmlns:a16="http://schemas.microsoft.com/office/drawing/2014/main" id="{276F4D8D-0C5F-4846-BD39-F298D7A5E023}"/>
              </a:ext>
            </a:extLst>
          </p:cNvPr>
          <p:cNvSpPr>
            <a:spLocks xmlns:a="http://schemas.openxmlformats.org/drawingml/2006/main" noGrp="1"/>
          </p:cNvSpPr>
          <p:nvPr/>
        </p:nvSpPr>
        <p:spPr>
          <a:xfrm xmlns:a="http://schemas.openxmlformats.org/drawingml/2006/main">
            <a:off x="6324600" y="43910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D4E4E7"/>
                </a:solidFill>
                <a:latin typeface="Fira Sans"/>
                <a:ea typeface="Fira Sans"/>
                <a:cs typeface="Fira Sans"/>
              </a:defRPr>
            </a:defPPr>
            <a:lvl1pPr algn="l">
              <a:defRPr sz="1650" b="0">
                <a:solidFill>
                  <a:srgbClr val="D4E4E7"/>
                </a:solidFill>
                <a:latin typeface="Fira Sans"/>
                <a:ea typeface="Fira Sans"/>
                <a:cs typeface="Fira Sans"/>
              </a:defRPr>
            </a:lvl1pPr>
            <a:lvl2pPr algn="l">
              <a:defRPr sz="1650" b="0">
                <a:solidFill>
                  <a:srgbClr val="D4E4E7"/>
                </a:solidFill>
                <a:latin typeface="Fira Sans"/>
                <a:ea typeface="Fira Sans"/>
                <a:cs typeface="Fira Sans"/>
              </a:defRPr>
            </a:lvl2pPr>
            <a:lvl3pPr algn="l">
              <a:defRPr sz="1650" b="0">
                <a:solidFill>
                  <a:srgbClr val="D4E4E7"/>
                </a:solidFill>
                <a:latin typeface="Fira Sans"/>
                <a:ea typeface="Fira Sans"/>
                <a:cs typeface="Fira Sans"/>
              </a:defRPr>
            </a:lvl3pPr>
            <a:lvl4pPr algn="l">
              <a:defRPr sz="1650" b="0">
                <a:solidFill>
                  <a:srgbClr val="D4E4E7"/>
                </a:solidFill>
                <a:latin typeface="Fira Sans"/>
                <a:ea typeface="Fira Sans"/>
                <a:cs typeface="Fira Sans"/>
              </a:defRPr>
            </a:lvl4pPr>
            <a:lvl5pPr algn="l">
              <a:defRPr sz="1650" b="0">
                <a:solidFill>
                  <a:srgbClr val="D4E4E7"/>
                </a:solidFill>
                <a:latin typeface="Fira Sans"/>
                <a:ea typeface="Fira Sans"/>
                <a:cs typeface="Fira Sans"/>
              </a:defRPr>
            </a:lvl5pPr>
            <a:lvl6pPr algn="l">
              <a:defRPr sz="1650" b="0">
                <a:solidFill>
                  <a:srgbClr val="D4E4E7"/>
                </a:solidFill>
                <a:latin typeface="Fira Sans"/>
                <a:ea typeface="Fira Sans"/>
                <a:cs typeface="Fira Sans"/>
              </a:defRPr>
            </a:lvl6pPr>
            <a:lvl7pPr algn="l">
              <a:defRPr sz="1650" b="0">
                <a:solidFill>
                  <a:srgbClr val="D4E4E7"/>
                </a:solidFill>
                <a:latin typeface="Fira Sans"/>
                <a:ea typeface="Fira Sans"/>
                <a:cs typeface="Fira Sans"/>
              </a:defRPr>
            </a:lvl7pPr>
            <a:lvl8pPr algn="l">
              <a:defRPr sz="1650" b="0">
                <a:solidFill>
                  <a:srgbClr val="D4E4E7"/>
                </a:solidFill>
                <a:latin typeface="Fira Sans"/>
                <a:ea typeface="Fira Sans"/>
                <a:cs typeface="Fira Sans"/>
              </a:defRPr>
            </a:lvl8pPr>
            <a:lvl9pPr algn="l">
              <a:defRPr sz="1650" b="0">
                <a:solidFill>
                  <a:srgbClr val="D4E4E7"/>
                </a:solidFill>
                <a:latin typeface="Fira Sans"/>
                <a:ea typeface="Fira Sans"/>
                <a:cs typeface="Fira Sans"/>
              </a:defRPr>
            </a:lvl9pPr>
          </a:lstStyle>
          <a:p xmlns:a="http://schemas.openxmlformats.org/drawingml/2006/main">
            <a:pPr algn="l">
              <a:defRPr sz="1650" b="0">
                <a:solidFill>
                  <a:srgbClr val="D4E4E7"/>
                </a:solidFill>
                <a:latin typeface="Fira Sans"/>
                <a:ea typeface="Fira Sans"/>
                <a:cs typeface="Fira Sans"/>
              </a:defRPr>
            </a:pPr>
            <a:r>
              <a:rPr sz="1650" b="0">
                <a:solidFill>
                  <a:srgbClr val="D4E4E7"/>
                </a:solidFill>
                <a:latin typeface="Fira Sans"/>
                <a:ea typeface="Fira Sans"/>
                <a:cs typeface="Fira Sans"/>
              </a:rPr>
              <a:t>Geometría 3D</a:t>
            </a:r>
          </a:p>
        </p:txBody>
      </p:sp>
      <p:sp>
        <p:nvSpPr>
          <p:cNvPr id="21" name="">
            <a:extLst xmlns:a="http://schemas.openxmlformats.org/drawingml/2006/main">
              <a:ext uri="{FF2B5EF4-FFF2-40B4-BE49-F238E27FC236}">
                <a16:creationId xmlns:a16="http://schemas.microsoft.com/office/drawing/2014/main" id="{2125DBDF-4D80-428B-9574-8C3621CBCDFA}"/>
              </a:ext>
            </a:extLst>
          </p:cNvPr>
          <p:cNvSpPr>
            <a:spLocks xmlns:a="http://schemas.openxmlformats.org/drawingml/2006/main" noGrp="1"/>
          </p:cNvSpPr>
          <p:nvPr/>
        </p:nvSpPr>
        <p:spPr>
          <a:xfrm xmlns:a="http://schemas.openxmlformats.org/drawingml/2006/main">
            <a:off x="8677275" y="3124200"/>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3813">
            <a:solidFill>
              <a:srgbClr val="8FD5CA"/>
            </a:solidFill>
            <a:prstDash val="solid"/>
          </a:ln>
        </p:spPr>
      </p:sp>
      <p:sp>
        <p:nvSpPr>
          <p:cNvPr id="22" name="">
            <a:extLst xmlns:a="http://schemas.openxmlformats.org/drawingml/2006/main">
              <a:ext uri="{FF2B5EF4-FFF2-40B4-BE49-F238E27FC236}">
                <a16:creationId xmlns:a16="http://schemas.microsoft.com/office/drawing/2014/main" id="{606C284F-D363-4AD3-955F-84B9C27370DE}"/>
              </a:ext>
            </a:extLst>
          </p:cNvPr>
          <p:cNvSpPr>
            <a:spLocks xmlns:a="http://schemas.openxmlformats.org/drawingml/2006/main" noGrp="1"/>
          </p:cNvSpPr>
          <p:nvPr/>
        </p:nvSpPr>
        <p:spPr>
          <a:xfrm xmlns:a="http://schemas.openxmlformats.org/drawingml/2006/main">
            <a:off x="8915400" y="306705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8FD5CA"/>
            </a:solidFill>
            <a:prstDash val="solid"/>
          </a:ln>
        </p:spPr>
      </p:sp>
      <p:sp>
        <p:nvSpPr>
          <p:cNvPr id="23" name="04">
            <a:extLst xmlns:a="http://schemas.openxmlformats.org/drawingml/2006/main">
              <a:ext uri="{FF2B5EF4-FFF2-40B4-BE49-F238E27FC236}">
                <a16:creationId xmlns:a16="http://schemas.microsoft.com/office/drawing/2014/main" id="{061CD016-472E-4680-A73C-ACDD8A462A47}"/>
              </a:ext>
            </a:extLst>
          </p:cNvPr>
          <p:cNvSpPr>
            <a:spLocks xmlns:a="http://schemas.openxmlformats.org/drawingml/2006/main" noGrp="1"/>
          </p:cNvSpPr>
          <p:nvPr/>
        </p:nvSpPr>
        <p:spPr>
          <a:xfrm xmlns:a="http://schemas.openxmlformats.org/drawingml/2006/main">
            <a:off x="9220200" y="21717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8FD5CA"/>
                </a:solidFill>
                <a:latin typeface="Fira Sans"/>
                <a:ea typeface="Fira Sans"/>
                <a:cs typeface="Fira Sans"/>
              </a:defRPr>
            </a:defPPr>
            <a:lvl1pPr algn="l">
              <a:defRPr sz="3900" b="1">
                <a:solidFill>
                  <a:srgbClr val="8FD5CA"/>
                </a:solidFill>
                <a:latin typeface="Fira Sans"/>
                <a:ea typeface="Fira Sans"/>
                <a:cs typeface="Fira Sans"/>
              </a:defRPr>
            </a:lvl1pPr>
            <a:lvl2pPr algn="l">
              <a:defRPr sz="3900" b="1">
                <a:solidFill>
                  <a:srgbClr val="8FD5CA"/>
                </a:solidFill>
                <a:latin typeface="Fira Sans"/>
                <a:ea typeface="Fira Sans"/>
                <a:cs typeface="Fira Sans"/>
              </a:defRPr>
            </a:lvl2pPr>
            <a:lvl3pPr algn="l">
              <a:defRPr sz="3900" b="1">
                <a:solidFill>
                  <a:srgbClr val="8FD5CA"/>
                </a:solidFill>
                <a:latin typeface="Fira Sans"/>
                <a:ea typeface="Fira Sans"/>
                <a:cs typeface="Fira Sans"/>
              </a:defRPr>
            </a:lvl3pPr>
            <a:lvl4pPr algn="l">
              <a:defRPr sz="3900" b="1">
                <a:solidFill>
                  <a:srgbClr val="8FD5CA"/>
                </a:solidFill>
                <a:latin typeface="Fira Sans"/>
                <a:ea typeface="Fira Sans"/>
                <a:cs typeface="Fira Sans"/>
              </a:defRPr>
            </a:lvl4pPr>
            <a:lvl5pPr algn="l">
              <a:defRPr sz="3900" b="1">
                <a:solidFill>
                  <a:srgbClr val="8FD5CA"/>
                </a:solidFill>
                <a:latin typeface="Fira Sans"/>
                <a:ea typeface="Fira Sans"/>
                <a:cs typeface="Fira Sans"/>
              </a:defRPr>
            </a:lvl5pPr>
            <a:lvl6pPr algn="l">
              <a:defRPr sz="3900" b="1">
                <a:solidFill>
                  <a:srgbClr val="8FD5CA"/>
                </a:solidFill>
                <a:latin typeface="Fira Sans"/>
                <a:ea typeface="Fira Sans"/>
                <a:cs typeface="Fira Sans"/>
              </a:defRPr>
            </a:lvl6pPr>
            <a:lvl7pPr algn="l">
              <a:defRPr sz="3900" b="1">
                <a:solidFill>
                  <a:srgbClr val="8FD5CA"/>
                </a:solidFill>
                <a:latin typeface="Fira Sans"/>
                <a:ea typeface="Fira Sans"/>
                <a:cs typeface="Fira Sans"/>
              </a:defRPr>
            </a:lvl7pPr>
            <a:lvl8pPr algn="l">
              <a:defRPr sz="3900" b="1">
                <a:solidFill>
                  <a:srgbClr val="8FD5CA"/>
                </a:solidFill>
                <a:latin typeface="Fira Sans"/>
                <a:ea typeface="Fira Sans"/>
                <a:cs typeface="Fira Sans"/>
              </a:defRPr>
            </a:lvl8pPr>
            <a:lvl9pPr algn="l">
              <a:defRPr sz="3900" b="1">
                <a:solidFill>
                  <a:srgbClr val="8FD5CA"/>
                </a:solidFill>
                <a:latin typeface="Fira Sans"/>
                <a:ea typeface="Fira Sans"/>
                <a:cs typeface="Fira Sans"/>
              </a:defRPr>
            </a:lvl9pPr>
          </a:lstStyle>
          <a:p xmlns:a="http://schemas.openxmlformats.org/drawingml/2006/main">
            <a:pPr algn="l">
              <a:defRPr sz="3900" b="1">
                <a:solidFill>
                  <a:srgbClr val="8FD5CA"/>
                </a:solidFill>
                <a:latin typeface="Fira Sans"/>
                <a:ea typeface="Fira Sans"/>
                <a:cs typeface="Fira Sans"/>
              </a:defRPr>
            </a:pPr>
            <a:r>
              <a:rPr sz="3900" b="1">
                <a:solidFill>
                  <a:srgbClr val="8FD5CA"/>
                </a:solidFill>
                <a:latin typeface="Fira Sans"/>
                <a:ea typeface="Fira Sans"/>
                <a:cs typeface="Fira Sans"/>
              </a:rPr>
              <a:t>04</a:t>
            </a:r>
          </a:p>
        </p:txBody>
      </p:sp>
      <p:sp>
        <p:nvSpPr>
          <p:cNvPr id="24" name="">
            <a:extLst xmlns:a="http://schemas.openxmlformats.org/drawingml/2006/main">
              <a:ext uri="{FF2B5EF4-FFF2-40B4-BE49-F238E27FC236}">
                <a16:creationId xmlns:a16="http://schemas.microsoft.com/office/drawing/2014/main" id="{1666C26B-4A76-4426-A7BF-CBCE2235BF75}"/>
              </a:ext>
            </a:extLst>
          </p:cNvPr>
          <p:cNvSpPr>
            <a:spLocks xmlns:a="http://schemas.openxmlformats.org/drawingml/2006/main" noGrp="1"/>
          </p:cNvSpPr>
          <p:nvPr/>
        </p:nvSpPr>
        <p:spPr>
          <a:xfrm xmlns:a="http://schemas.openxmlformats.org/drawingml/2006/main">
            <a:off x="9220200" y="3133725"/>
            <a:ext cx="2286000" cy="9525"/>
          </a:xfrm>
          <a:custGeom xmlns:a="http://schemas.openxmlformats.org/drawingml/2006/main">
            <a:pathLst>
              <a:path w="2286000" h="9525">
                <a:moveTo>
                  <a:pt x="0" y="0"/>
                </a:moveTo>
                <a:lnTo>
                  <a:pt x="2286000" y="0"/>
                </a:lnTo>
              </a:path>
            </a:pathLst>
          </a:custGeom>
          <a:noFill xmlns:a="http://schemas.openxmlformats.org/drawingml/2006/main"/>
          <a:ln xmlns:a="http://schemas.openxmlformats.org/drawingml/2006/main" w="19050">
            <a:solidFill>
              <a:srgbClr val="8FD5CA"/>
            </a:solidFill>
            <a:prstDash val="solid"/>
          </a:ln>
        </p:spPr>
      </p:sp>
      <p:sp>
        <p:nvSpPr>
          <p:cNvPr id="25" name="DSM y ortomosaico">
            <a:extLst xmlns:a="http://schemas.openxmlformats.org/drawingml/2006/main">
              <a:ext uri="{FF2B5EF4-FFF2-40B4-BE49-F238E27FC236}">
                <a16:creationId xmlns:a16="http://schemas.microsoft.com/office/drawing/2014/main" id="{D71FD7BC-23F2-4F3E-8E2B-A7E39011592F}"/>
              </a:ext>
            </a:extLst>
          </p:cNvPr>
          <p:cNvSpPr>
            <a:spLocks xmlns:a="http://schemas.openxmlformats.org/drawingml/2006/main" noGrp="1"/>
          </p:cNvSpPr>
          <p:nvPr/>
        </p:nvSpPr>
        <p:spPr>
          <a:xfrm xmlns:a="http://schemas.openxmlformats.org/drawingml/2006/main">
            <a:off x="9220200" y="3419475"/>
            <a:ext cx="238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Fira Sans"/>
                <a:ea typeface="Fira Sans"/>
                <a:cs typeface="Fira Sans"/>
              </a:defRPr>
            </a:defPPr>
            <a:lvl1pPr algn="l">
              <a:defRPr sz="2175" b="1">
                <a:solidFill>
                  <a:srgbClr val="FFFFFF"/>
                </a:solidFill>
                <a:latin typeface="Fira Sans"/>
                <a:ea typeface="Fira Sans"/>
                <a:cs typeface="Fira Sans"/>
              </a:defRPr>
            </a:lvl1pPr>
            <a:lvl2pPr algn="l">
              <a:defRPr sz="2175" b="1">
                <a:solidFill>
                  <a:srgbClr val="FFFFFF"/>
                </a:solidFill>
                <a:latin typeface="Fira Sans"/>
                <a:ea typeface="Fira Sans"/>
                <a:cs typeface="Fira Sans"/>
              </a:defRPr>
            </a:lvl2pPr>
            <a:lvl3pPr algn="l">
              <a:defRPr sz="2175" b="1">
                <a:solidFill>
                  <a:srgbClr val="FFFFFF"/>
                </a:solidFill>
                <a:latin typeface="Fira Sans"/>
                <a:ea typeface="Fira Sans"/>
                <a:cs typeface="Fira Sans"/>
              </a:defRPr>
            </a:lvl3pPr>
            <a:lvl4pPr algn="l">
              <a:defRPr sz="2175" b="1">
                <a:solidFill>
                  <a:srgbClr val="FFFFFF"/>
                </a:solidFill>
                <a:latin typeface="Fira Sans"/>
                <a:ea typeface="Fira Sans"/>
                <a:cs typeface="Fira Sans"/>
              </a:defRPr>
            </a:lvl4pPr>
            <a:lvl5pPr algn="l">
              <a:defRPr sz="2175" b="1">
                <a:solidFill>
                  <a:srgbClr val="FFFFFF"/>
                </a:solidFill>
                <a:latin typeface="Fira Sans"/>
                <a:ea typeface="Fira Sans"/>
                <a:cs typeface="Fira Sans"/>
              </a:defRPr>
            </a:lvl5pPr>
            <a:lvl6pPr algn="l">
              <a:defRPr sz="2175" b="1">
                <a:solidFill>
                  <a:srgbClr val="FFFFFF"/>
                </a:solidFill>
                <a:latin typeface="Fira Sans"/>
                <a:ea typeface="Fira Sans"/>
                <a:cs typeface="Fira Sans"/>
              </a:defRPr>
            </a:lvl6pPr>
            <a:lvl7pPr algn="l">
              <a:defRPr sz="2175" b="1">
                <a:solidFill>
                  <a:srgbClr val="FFFFFF"/>
                </a:solidFill>
                <a:latin typeface="Fira Sans"/>
                <a:ea typeface="Fira Sans"/>
                <a:cs typeface="Fira Sans"/>
              </a:defRPr>
            </a:lvl7pPr>
            <a:lvl8pPr algn="l">
              <a:defRPr sz="2175" b="1">
                <a:solidFill>
                  <a:srgbClr val="FFFFFF"/>
                </a:solidFill>
                <a:latin typeface="Fira Sans"/>
                <a:ea typeface="Fira Sans"/>
                <a:cs typeface="Fira Sans"/>
              </a:defRPr>
            </a:lvl8pPr>
            <a:lvl9pPr algn="l">
              <a:defRPr sz="2175" b="1">
                <a:solidFill>
                  <a:srgbClr val="FFFFFF"/>
                </a:solidFill>
                <a:latin typeface="Fira Sans"/>
                <a:ea typeface="Fira Sans"/>
                <a:cs typeface="Fira Sans"/>
              </a:defRPr>
            </a:lvl9pPr>
          </a:lstStyle>
          <a:p xmlns:a="http://schemas.openxmlformats.org/drawingml/2006/main">
            <a:pPr algn="l">
              <a:defRPr sz="2175" b="1">
                <a:solidFill>
                  <a:srgbClr val="FFFFFF"/>
                </a:solidFill>
                <a:latin typeface="Fira Sans"/>
                <a:ea typeface="Fira Sans"/>
                <a:cs typeface="Fira Sans"/>
              </a:defRPr>
            </a:pPr>
            <a:r>
              <a:rPr sz="2175" b="1">
                <a:solidFill>
                  <a:srgbClr val="FFFFFF"/>
                </a:solidFill>
                <a:latin typeface="Fira Sans"/>
                <a:ea typeface="Fira Sans"/>
                <a:cs typeface="Fira Sans"/>
              </a:rPr>
              <a:t>DSM y ortomosaico</a:t>
            </a:r>
          </a:p>
        </p:txBody>
      </p:sp>
      <p:sp>
        <p:nvSpPr>
          <p:cNvPr id="26" name="Superficie y cartografía">
            <a:extLst xmlns:a="http://schemas.openxmlformats.org/drawingml/2006/main">
              <a:ext uri="{FF2B5EF4-FFF2-40B4-BE49-F238E27FC236}">
                <a16:creationId xmlns:a16="http://schemas.microsoft.com/office/drawing/2014/main" id="{FB92714A-ED6E-48EA-9DD1-93154066E670}"/>
              </a:ext>
            </a:extLst>
          </p:cNvPr>
          <p:cNvSpPr>
            <a:spLocks xmlns:a="http://schemas.openxmlformats.org/drawingml/2006/main" noGrp="1"/>
          </p:cNvSpPr>
          <p:nvPr/>
        </p:nvSpPr>
        <p:spPr>
          <a:xfrm xmlns:a="http://schemas.openxmlformats.org/drawingml/2006/main">
            <a:off x="9220200" y="43910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D4E4E7"/>
                </a:solidFill>
                <a:latin typeface="Fira Sans"/>
                <a:ea typeface="Fira Sans"/>
                <a:cs typeface="Fira Sans"/>
              </a:defRPr>
            </a:defPPr>
            <a:lvl1pPr algn="l">
              <a:defRPr sz="1650" b="0">
                <a:solidFill>
                  <a:srgbClr val="D4E4E7"/>
                </a:solidFill>
                <a:latin typeface="Fira Sans"/>
                <a:ea typeface="Fira Sans"/>
                <a:cs typeface="Fira Sans"/>
              </a:defRPr>
            </a:lvl1pPr>
            <a:lvl2pPr algn="l">
              <a:defRPr sz="1650" b="0">
                <a:solidFill>
                  <a:srgbClr val="D4E4E7"/>
                </a:solidFill>
                <a:latin typeface="Fira Sans"/>
                <a:ea typeface="Fira Sans"/>
                <a:cs typeface="Fira Sans"/>
              </a:defRPr>
            </a:lvl2pPr>
            <a:lvl3pPr algn="l">
              <a:defRPr sz="1650" b="0">
                <a:solidFill>
                  <a:srgbClr val="D4E4E7"/>
                </a:solidFill>
                <a:latin typeface="Fira Sans"/>
                <a:ea typeface="Fira Sans"/>
                <a:cs typeface="Fira Sans"/>
              </a:defRPr>
            </a:lvl3pPr>
            <a:lvl4pPr algn="l">
              <a:defRPr sz="1650" b="0">
                <a:solidFill>
                  <a:srgbClr val="D4E4E7"/>
                </a:solidFill>
                <a:latin typeface="Fira Sans"/>
                <a:ea typeface="Fira Sans"/>
                <a:cs typeface="Fira Sans"/>
              </a:defRPr>
            </a:lvl4pPr>
            <a:lvl5pPr algn="l">
              <a:defRPr sz="1650" b="0">
                <a:solidFill>
                  <a:srgbClr val="D4E4E7"/>
                </a:solidFill>
                <a:latin typeface="Fira Sans"/>
                <a:ea typeface="Fira Sans"/>
                <a:cs typeface="Fira Sans"/>
              </a:defRPr>
            </a:lvl5pPr>
            <a:lvl6pPr algn="l">
              <a:defRPr sz="1650" b="0">
                <a:solidFill>
                  <a:srgbClr val="D4E4E7"/>
                </a:solidFill>
                <a:latin typeface="Fira Sans"/>
                <a:ea typeface="Fira Sans"/>
                <a:cs typeface="Fira Sans"/>
              </a:defRPr>
            </a:lvl6pPr>
            <a:lvl7pPr algn="l">
              <a:defRPr sz="1650" b="0">
                <a:solidFill>
                  <a:srgbClr val="D4E4E7"/>
                </a:solidFill>
                <a:latin typeface="Fira Sans"/>
                <a:ea typeface="Fira Sans"/>
                <a:cs typeface="Fira Sans"/>
              </a:defRPr>
            </a:lvl7pPr>
            <a:lvl8pPr algn="l">
              <a:defRPr sz="1650" b="0">
                <a:solidFill>
                  <a:srgbClr val="D4E4E7"/>
                </a:solidFill>
                <a:latin typeface="Fira Sans"/>
                <a:ea typeface="Fira Sans"/>
                <a:cs typeface="Fira Sans"/>
              </a:defRPr>
            </a:lvl8pPr>
            <a:lvl9pPr algn="l">
              <a:defRPr sz="1650" b="0">
                <a:solidFill>
                  <a:srgbClr val="D4E4E7"/>
                </a:solidFill>
                <a:latin typeface="Fira Sans"/>
                <a:ea typeface="Fira Sans"/>
                <a:cs typeface="Fira Sans"/>
              </a:defRPr>
            </a:lvl9pPr>
          </a:lstStyle>
          <a:p xmlns:a="http://schemas.openxmlformats.org/drawingml/2006/main">
            <a:pPr algn="l">
              <a:defRPr sz="1650" b="0">
                <a:solidFill>
                  <a:srgbClr val="D4E4E7"/>
                </a:solidFill>
                <a:latin typeface="Fira Sans"/>
                <a:ea typeface="Fira Sans"/>
                <a:cs typeface="Fira Sans"/>
              </a:defRPr>
            </a:pPr>
            <a:r>
              <a:rPr sz="1650" b="0">
                <a:solidFill>
                  <a:srgbClr val="D4E4E7"/>
                </a:solidFill>
                <a:latin typeface="Fira Sans"/>
                <a:ea typeface="Fira Sans"/>
                <a:cs typeface="Fira Sans"/>
              </a:rPr>
              <a:t>Superficie y cartografía</a:t>
            </a:r>
          </a:p>
        </p:txBody>
      </p:sp>
      <p:sp>
        <p:nvSpPr>
          <p:cNvPr id="27" name="Revisión de calidad y coordenadas antes de medir o exportar.">
            <a:extLst xmlns:a="http://schemas.openxmlformats.org/drawingml/2006/main">
              <a:ext uri="{FF2B5EF4-FFF2-40B4-BE49-F238E27FC236}">
                <a16:creationId xmlns:a16="http://schemas.microsoft.com/office/drawing/2014/main" id="{E58DFA07-54DF-4200-9145-1A626EA35FE4}"/>
              </a:ext>
            </a:extLst>
          </p:cNvPr>
          <p:cNvSpPr>
            <a:spLocks xmlns:a="http://schemas.openxmlformats.org/drawingml/2006/main" noGrp="1"/>
          </p:cNvSpPr>
          <p:nvPr/>
        </p:nvSpPr>
        <p:spPr>
          <a:xfrm xmlns:a="http://schemas.openxmlformats.org/drawingml/2006/main">
            <a:off x="533400" y="5572125"/>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Fira Sans"/>
                <a:ea typeface="Fira Sans"/>
                <a:cs typeface="Fira Sans"/>
              </a:defRPr>
            </a:defPPr>
            <a:lvl1pPr algn="l">
              <a:defRPr sz="2100" b="0">
                <a:solidFill>
                  <a:srgbClr val="FFFFFF"/>
                </a:solidFill>
                <a:latin typeface="Fira Sans"/>
                <a:ea typeface="Fira Sans"/>
                <a:cs typeface="Fira Sans"/>
              </a:defRPr>
            </a:lvl1pPr>
            <a:lvl2pPr algn="l">
              <a:defRPr sz="2100" b="0">
                <a:solidFill>
                  <a:srgbClr val="FFFFFF"/>
                </a:solidFill>
                <a:latin typeface="Fira Sans"/>
                <a:ea typeface="Fira Sans"/>
                <a:cs typeface="Fira Sans"/>
              </a:defRPr>
            </a:lvl2pPr>
            <a:lvl3pPr algn="l">
              <a:defRPr sz="2100" b="0">
                <a:solidFill>
                  <a:srgbClr val="FFFFFF"/>
                </a:solidFill>
                <a:latin typeface="Fira Sans"/>
                <a:ea typeface="Fira Sans"/>
                <a:cs typeface="Fira Sans"/>
              </a:defRPr>
            </a:lvl3pPr>
            <a:lvl4pPr algn="l">
              <a:defRPr sz="2100" b="0">
                <a:solidFill>
                  <a:srgbClr val="FFFFFF"/>
                </a:solidFill>
                <a:latin typeface="Fira Sans"/>
                <a:ea typeface="Fira Sans"/>
                <a:cs typeface="Fira Sans"/>
              </a:defRPr>
            </a:lvl4pPr>
            <a:lvl5pPr algn="l">
              <a:defRPr sz="2100" b="0">
                <a:solidFill>
                  <a:srgbClr val="FFFFFF"/>
                </a:solidFill>
                <a:latin typeface="Fira Sans"/>
                <a:ea typeface="Fira Sans"/>
                <a:cs typeface="Fira Sans"/>
              </a:defRPr>
            </a:lvl5pPr>
            <a:lvl6pPr algn="l">
              <a:defRPr sz="2100" b="0">
                <a:solidFill>
                  <a:srgbClr val="FFFFFF"/>
                </a:solidFill>
                <a:latin typeface="Fira Sans"/>
                <a:ea typeface="Fira Sans"/>
                <a:cs typeface="Fira Sans"/>
              </a:defRPr>
            </a:lvl6pPr>
            <a:lvl7pPr algn="l">
              <a:defRPr sz="2100" b="0">
                <a:solidFill>
                  <a:srgbClr val="FFFFFF"/>
                </a:solidFill>
                <a:latin typeface="Fira Sans"/>
                <a:ea typeface="Fira Sans"/>
                <a:cs typeface="Fira Sans"/>
              </a:defRPr>
            </a:lvl7pPr>
            <a:lvl8pPr algn="l">
              <a:defRPr sz="2100" b="0">
                <a:solidFill>
                  <a:srgbClr val="FFFFFF"/>
                </a:solidFill>
                <a:latin typeface="Fira Sans"/>
                <a:ea typeface="Fira Sans"/>
                <a:cs typeface="Fira Sans"/>
              </a:defRPr>
            </a:lvl8pPr>
            <a:lvl9pPr algn="l">
              <a:defRPr sz="2100" b="0">
                <a:solidFill>
                  <a:srgbClr val="FFFFFF"/>
                </a:solidFill>
                <a:latin typeface="Fira Sans"/>
                <a:ea typeface="Fira Sans"/>
                <a:cs typeface="Fira Sans"/>
              </a:defRPr>
            </a:lvl9pPr>
          </a:lstStyle>
          <a:p xmlns:a="http://schemas.openxmlformats.org/drawingml/2006/main">
            <a:pPr algn="l">
              <a:defRPr sz="2100" b="0">
                <a:solidFill>
                  <a:srgbClr val="FFFFFF"/>
                </a:solidFill>
                <a:latin typeface="Fira Sans"/>
                <a:ea typeface="Fira Sans"/>
                <a:cs typeface="Fira Sans"/>
              </a:defRPr>
            </a:pPr>
            <a:r>
              <a:rPr sz="2100" b="0">
                <a:solidFill>
                  <a:srgbClr val="FFFFFF"/>
                </a:solidFill>
                <a:latin typeface="Fira Sans"/>
                <a:ea typeface="Fira Sans"/>
                <a:cs typeface="Fira Sans"/>
              </a:rPr>
              <a:t>Revisión de calidad y coordenadas antes de medir o exportar.</a:t>
            </a:r>
          </a:p>
        </p:txBody>
      </p:sp>
    </p:spTree>
    <p:extLst>
      <p:ext uri="{BB962C8B-B14F-4D97-AF65-F5344CB8AC3E}">
        <p14:creationId xmlns:p14="http://schemas.microsoft.com/office/powerpoint/2010/main" val="20587294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alibración y control del proyecto">
            <a:extLst xmlns:a="http://schemas.openxmlformats.org/drawingml/2006/main">
              <a:ext uri="{FF2B5EF4-FFF2-40B4-BE49-F238E27FC236}">
                <a16:creationId xmlns:a16="http://schemas.microsoft.com/office/drawing/2014/main" id="{2D9A7D60-C98A-4C1D-BB8F-BC003E3C7AFA}"/>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Calibración y control del proyecto</a:t>
            </a:r>
          </a:p>
        </p:txBody>
      </p:sp>
      <p:pic>
        <p:nvPicPr>
          <p:cNvPr id="2" name="">
            <a:extLst xmlns:a="http://schemas.openxmlformats.org/drawingml/2006/main">
              <a:ext uri="{FF2B5EF4-FFF2-40B4-BE49-F238E27FC236}">
                <a16:creationId xmlns:a16="http://schemas.microsoft.com/office/drawing/2014/main" id="{B3F5CC1D-3D6D-41DD-B682-CFC0FEC073AC}"/>
              </a:ext>
            </a:extLst>
          </p:cNvPr>
          <p:cNvPicPr>
            <a:picLocks xmlns:a="http://schemas.openxmlformats.org/drawingml/2006/main" noChangeAspect="1"/>
          </p:cNvPicPr>
          <p:nvPr/>
        </p:nvPicPr>
        <p:blipFill>
          <a:blip xmlns:r="http://schemas.openxmlformats.org/officeDocument/2006/relationships" xmlns:a="http://schemas.openxmlformats.org/drawingml/2006/main" r:embed="R847de494b49c45b0"/>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48F0199B-9F8F-49D6-82FE-A0B130A37135}"/>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08">
            <a:extLst xmlns:a="http://schemas.openxmlformats.org/drawingml/2006/main">
              <a:ext uri="{FF2B5EF4-FFF2-40B4-BE49-F238E27FC236}">
                <a16:creationId xmlns:a16="http://schemas.microsoft.com/office/drawing/2014/main" id="{98EE724C-1148-4ED1-A2DA-EB5975A80DDA}"/>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08</a:t>
            </a:r>
          </a:p>
        </p:txBody>
      </p:sp>
      <p:pic>
        <p:nvPicPr>
          <p:cNvPr id="5" name="">
            <a:extLst xmlns:a="http://schemas.openxmlformats.org/drawingml/2006/main">
              <a:ext uri="{FF2B5EF4-FFF2-40B4-BE49-F238E27FC236}">
                <a16:creationId xmlns:a16="http://schemas.microsoft.com/office/drawing/2014/main" id="{5022EBBF-8944-4467-A890-A5CDE94CBD9D}"/>
              </a:ext>
            </a:extLst>
          </p:cNvPr>
          <p:cNvPicPr>
            <a:picLocks xmlns:a="http://schemas.openxmlformats.org/drawingml/2006/main" noChangeAspect="1"/>
          </p:cNvPicPr>
          <p:nvPr/>
        </p:nvPicPr>
        <p:blipFill>
          <a:blip xmlns:r="http://schemas.openxmlformats.org/officeDocument/2006/relationships" xmlns:a="http://schemas.openxmlformats.org/drawingml/2006/main" r:embed="R3ae0cc79d3a044e6"/>
          <a:stretch xmlns:a="http://schemas.openxmlformats.org/drawingml/2006/main"/>
        </p:blipFill>
        <p:spPr>
          <a:xfrm xmlns:a="http://schemas.openxmlformats.org/drawingml/2006/main">
            <a:off x="958349" y="1724025"/>
            <a:ext cx="7027277" cy="4171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AB68AAF-2254-4F54-9B36-9A84126EDF62}"/>
              </a:ext>
            </a:extLst>
          </p:cNvPr>
          <p:cNvPicPr>
            <a:picLocks xmlns:a="http://schemas.openxmlformats.org/drawingml/2006/main" noChangeAspect="1"/>
          </p:cNvPicPr>
          <p:nvPr/>
        </p:nvPicPr>
        <p:blipFill>
          <a:blip xmlns:r="http://schemas.openxmlformats.org/officeDocument/2006/relationships" xmlns:a="http://schemas.openxmlformats.org/drawingml/2006/main" r:embed="Ra640084ee9f44b64"/>
          <a:stretch xmlns:a="http://schemas.openxmlformats.org/drawingml/2006/main"/>
        </p:blipFill>
        <p:spPr>
          <a:xfrm xmlns:a="http://schemas.openxmlformats.org/drawingml/2006/main">
            <a:off x="8696411" y="1724025"/>
            <a:ext cx="1857202" cy="4057650"/>
          </a:xfrm>
          <a:prstGeom xmlns:a="http://schemas.openxmlformats.org/drawingml/2006/main" prst="rect">
            <a:avLst/>
          </a:prstGeom>
        </p:spPr>
      </p:pic>
      <p:sp>
        <p:nvSpPr>
          <p:cNvPr id="7" name="Capturas oficiales de la guía de PIX4Dmatic. El panel identi">
            <a:extLst xmlns:a="http://schemas.openxmlformats.org/drawingml/2006/main">
              <a:ext uri="{FF2B5EF4-FFF2-40B4-BE49-F238E27FC236}">
                <a16:creationId xmlns:a16="http://schemas.microsoft.com/office/drawing/2014/main" id="{C1EC4DDA-56CB-4A3E-91C5-030ABE05071C}"/>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hlinkClick xmlns:ns0="http://schemas.openxmlformats.org/officeDocument/2006/relationships" ns0:id="rIdPix4DCredit"/>
              </a:rPr>
              <a:t>Capturas oficiales de la guía de PIX4Dmatic. El panel identifica la versión 2.4.0.</a:t>
            </a:r>
          </a:p>
        </p:txBody>
      </p:sp>
    </p:spTree>
    <p:extLst>
      <p:ext uri="{BB962C8B-B14F-4D97-AF65-F5344CB8AC3E}">
        <p14:creationId xmlns:p14="http://schemas.microsoft.com/office/powerpoint/2010/main" val="121068506"/>
      </p:ext>
    </p:extLst>
  </p:cSld>
</p:sld>
</file>

<file path=ppt/slides/slide9.xml><?xml version="1.0" encoding="utf-8"?>
<p:sld xmlns:p="http://schemas.openxmlformats.org/presentationml/2006/main">
  <p:cSld>
    <p:bg>
      <p:bgPr>
        <a:solidFill xmlns:a="http://schemas.openxmlformats.org/drawingml/2006/main">
          <a:srgbClr val="153749"/>
        </a:solidFill>
      </p:bgPr>
    </p:bg>
    <p:spTree>
      <p:nvGrpSpPr>
        <p:cNvPr id="1" name=""/>
        <p:cNvGrpSpPr/>
        <p:nvPr/>
      </p:nvGrpSpPr>
      <p:grpSpPr>
        <a:xfrm xmlns:a="http://schemas.openxmlformats.org/drawingml/2006/main"/>
      </p:grpSpPr>
      <p:sp>
        <p:nvSpPr>
          <p:cNvPr id="11" name="Nube de puntos y modelo 3D">
            <a:extLst xmlns:a="http://schemas.openxmlformats.org/drawingml/2006/main">
              <a:ext uri="{FF2B5EF4-FFF2-40B4-BE49-F238E27FC236}">
                <a16:creationId xmlns:a16="http://schemas.microsoft.com/office/drawing/2014/main" id="{0357798B-192A-44E7-B324-1F7D16655DAA}"/>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Fira Sans"/>
                <a:ea typeface="Fira Sans"/>
                <a:cs typeface="Fira Sans"/>
              </a:defRPr>
            </a:defPPr>
            <a:lvl1pPr algn="l">
              <a:defRPr sz="3300" b="1">
                <a:solidFill>
                  <a:srgbClr val="FFFFFF"/>
                </a:solidFill>
                <a:latin typeface="Fira Sans"/>
                <a:ea typeface="Fira Sans"/>
                <a:cs typeface="Fira Sans"/>
              </a:defRPr>
            </a:lvl1pPr>
            <a:lvl2pPr algn="l">
              <a:defRPr sz="3300" b="1">
                <a:solidFill>
                  <a:srgbClr val="FFFFFF"/>
                </a:solidFill>
                <a:latin typeface="Fira Sans"/>
                <a:ea typeface="Fira Sans"/>
                <a:cs typeface="Fira Sans"/>
              </a:defRPr>
            </a:lvl2pPr>
            <a:lvl3pPr algn="l">
              <a:defRPr sz="3300" b="1">
                <a:solidFill>
                  <a:srgbClr val="FFFFFF"/>
                </a:solidFill>
                <a:latin typeface="Fira Sans"/>
                <a:ea typeface="Fira Sans"/>
                <a:cs typeface="Fira Sans"/>
              </a:defRPr>
            </a:lvl3pPr>
            <a:lvl4pPr algn="l">
              <a:defRPr sz="3300" b="1">
                <a:solidFill>
                  <a:srgbClr val="FFFFFF"/>
                </a:solidFill>
                <a:latin typeface="Fira Sans"/>
                <a:ea typeface="Fira Sans"/>
                <a:cs typeface="Fira Sans"/>
              </a:defRPr>
            </a:lvl4pPr>
            <a:lvl5pPr algn="l">
              <a:defRPr sz="3300" b="1">
                <a:solidFill>
                  <a:srgbClr val="FFFFFF"/>
                </a:solidFill>
                <a:latin typeface="Fira Sans"/>
                <a:ea typeface="Fira Sans"/>
                <a:cs typeface="Fira Sans"/>
              </a:defRPr>
            </a:lvl5pPr>
            <a:lvl6pPr algn="l">
              <a:defRPr sz="3300" b="1">
                <a:solidFill>
                  <a:srgbClr val="FFFFFF"/>
                </a:solidFill>
                <a:latin typeface="Fira Sans"/>
                <a:ea typeface="Fira Sans"/>
                <a:cs typeface="Fira Sans"/>
              </a:defRPr>
            </a:lvl6pPr>
            <a:lvl7pPr algn="l">
              <a:defRPr sz="3300" b="1">
                <a:solidFill>
                  <a:srgbClr val="FFFFFF"/>
                </a:solidFill>
                <a:latin typeface="Fira Sans"/>
                <a:ea typeface="Fira Sans"/>
                <a:cs typeface="Fira Sans"/>
              </a:defRPr>
            </a:lvl7pPr>
            <a:lvl8pPr algn="l">
              <a:defRPr sz="3300" b="1">
                <a:solidFill>
                  <a:srgbClr val="FFFFFF"/>
                </a:solidFill>
                <a:latin typeface="Fira Sans"/>
                <a:ea typeface="Fira Sans"/>
                <a:cs typeface="Fira Sans"/>
              </a:defRPr>
            </a:lvl8pPr>
            <a:lvl9pPr algn="l">
              <a:defRPr sz="3300" b="1">
                <a:solidFill>
                  <a:srgbClr val="FFFFFF"/>
                </a:solidFill>
                <a:latin typeface="Fira Sans"/>
                <a:ea typeface="Fira Sans"/>
                <a:cs typeface="Fira Sans"/>
              </a:defRPr>
            </a:lvl9pPr>
          </a:lstStyle>
          <a:p xmlns:a="http://schemas.openxmlformats.org/drawingml/2006/main">
            <a:pPr algn="l">
              <a:defRPr sz="3300" b="1">
                <a:solidFill>
                  <a:srgbClr val="FFFFFF"/>
                </a:solidFill>
                <a:latin typeface="Fira Sans"/>
                <a:ea typeface="Fira Sans"/>
                <a:cs typeface="Fira Sans"/>
              </a:defRPr>
            </a:pPr>
            <a:r>
              <a:rPr sz="3300" b="1">
                <a:solidFill>
                  <a:srgbClr val="FFFFFF"/>
                </a:solidFill>
                <a:latin typeface="Fira Sans"/>
                <a:ea typeface="Fira Sans"/>
                <a:cs typeface="Fira Sans"/>
              </a:rPr>
              <a:t>Nube de puntos y modelo 3D</a:t>
            </a:r>
          </a:p>
        </p:txBody>
      </p:sp>
      <p:pic>
        <p:nvPicPr>
          <p:cNvPr id="2" name="">
            <a:extLst xmlns:a="http://schemas.openxmlformats.org/drawingml/2006/main">
              <a:ext uri="{FF2B5EF4-FFF2-40B4-BE49-F238E27FC236}">
                <a16:creationId xmlns:a16="http://schemas.microsoft.com/office/drawing/2014/main" id="{51E2CD43-1836-4123-A619-410338BE390C}"/>
              </a:ext>
            </a:extLst>
          </p:cNvPr>
          <p:cNvPicPr>
            <a:picLocks xmlns:a="http://schemas.openxmlformats.org/drawingml/2006/main" noChangeAspect="1"/>
          </p:cNvPicPr>
          <p:nvPr/>
        </p:nvPicPr>
        <p:blipFill>
          <a:blip xmlns:r="http://schemas.openxmlformats.org/officeDocument/2006/relationships" xmlns:a="http://schemas.openxmlformats.org/drawingml/2006/main" r:embed="R99cbcead66b4446a"/>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2E2CDD8A-7FB2-4698-943D-AF5983F4C5E7}"/>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2D7"/>
                </a:solidFill>
                <a:latin typeface="Fira Sans"/>
                <a:ea typeface="Fira Sans"/>
                <a:cs typeface="Fira Sans"/>
              </a:defRPr>
            </a:defPPr>
            <a:lvl1pPr algn="l">
              <a:defRPr sz="975" b="0">
                <a:solidFill>
                  <a:srgbClr val="BED2D7"/>
                </a:solidFill>
                <a:latin typeface="Fira Sans"/>
                <a:ea typeface="Fira Sans"/>
                <a:cs typeface="Fira Sans"/>
              </a:defRPr>
            </a:lvl1pPr>
            <a:lvl2pPr algn="l">
              <a:defRPr sz="975" b="0">
                <a:solidFill>
                  <a:srgbClr val="BED2D7"/>
                </a:solidFill>
                <a:latin typeface="Fira Sans"/>
                <a:ea typeface="Fira Sans"/>
                <a:cs typeface="Fira Sans"/>
              </a:defRPr>
            </a:lvl2pPr>
            <a:lvl3pPr algn="l">
              <a:defRPr sz="975" b="0">
                <a:solidFill>
                  <a:srgbClr val="BED2D7"/>
                </a:solidFill>
                <a:latin typeface="Fira Sans"/>
                <a:ea typeface="Fira Sans"/>
                <a:cs typeface="Fira Sans"/>
              </a:defRPr>
            </a:lvl3pPr>
            <a:lvl4pPr algn="l">
              <a:defRPr sz="975" b="0">
                <a:solidFill>
                  <a:srgbClr val="BED2D7"/>
                </a:solidFill>
                <a:latin typeface="Fira Sans"/>
                <a:ea typeface="Fira Sans"/>
                <a:cs typeface="Fira Sans"/>
              </a:defRPr>
            </a:lvl4pPr>
            <a:lvl5pPr algn="l">
              <a:defRPr sz="975" b="0">
                <a:solidFill>
                  <a:srgbClr val="BED2D7"/>
                </a:solidFill>
                <a:latin typeface="Fira Sans"/>
                <a:ea typeface="Fira Sans"/>
                <a:cs typeface="Fira Sans"/>
              </a:defRPr>
            </a:lvl5pPr>
            <a:lvl6pPr algn="l">
              <a:defRPr sz="975" b="0">
                <a:solidFill>
                  <a:srgbClr val="BED2D7"/>
                </a:solidFill>
                <a:latin typeface="Fira Sans"/>
                <a:ea typeface="Fira Sans"/>
                <a:cs typeface="Fira Sans"/>
              </a:defRPr>
            </a:lvl6pPr>
            <a:lvl7pPr algn="l">
              <a:defRPr sz="975" b="0">
                <a:solidFill>
                  <a:srgbClr val="BED2D7"/>
                </a:solidFill>
                <a:latin typeface="Fira Sans"/>
                <a:ea typeface="Fira Sans"/>
                <a:cs typeface="Fira Sans"/>
              </a:defRPr>
            </a:lvl7pPr>
            <a:lvl8pPr algn="l">
              <a:defRPr sz="975" b="0">
                <a:solidFill>
                  <a:srgbClr val="BED2D7"/>
                </a:solidFill>
                <a:latin typeface="Fira Sans"/>
                <a:ea typeface="Fira Sans"/>
                <a:cs typeface="Fira Sans"/>
              </a:defRPr>
            </a:lvl8pPr>
            <a:lvl9pPr algn="l">
              <a:defRPr sz="975" b="0">
                <a:solidFill>
                  <a:srgbClr val="BED2D7"/>
                </a:solidFill>
                <a:latin typeface="Fira Sans"/>
                <a:ea typeface="Fira Sans"/>
                <a:cs typeface="Fira Sans"/>
              </a:defRPr>
            </a:lvl9pPr>
          </a:lstStyle>
          <a:p xmlns:a="http://schemas.openxmlformats.org/drawingml/2006/main">
            <a:pPr algn="l">
              <a:defRPr sz="975" b="0">
                <a:solidFill>
                  <a:srgbClr val="BED2D7"/>
                </a:solidFill>
                <a:latin typeface="Fira Sans"/>
                <a:ea typeface="Fira Sans"/>
                <a:cs typeface="Fira Sans"/>
              </a:defRPr>
            </a:pPr>
            <a:r>
              <a:rPr sz="975" b="0">
                <a:solidFill>
                  <a:srgbClr val="BED2D7"/>
                </a:solidFill>
                <a:latin typeface="Fira Sans"/>
                <a:ea typeface="Fira Sans"/>
                <a:cs typeface="Fira Sans"/>
              </a:rPr>
              <a:t>UTN · Administración Agroindustrial</a:t>
            </a:r>
          </a:p>
        </p:txBody>
      </p:sp>
      <p:sp>
        <p:nvSpPr>
          <p:cNvPr id="4" name="09">
            <a:extLst xmlns:a="http://schemas.openxmlformats.org/drawingml/2006/main">
              <a:ext uri="{FF2B5EF4-FFF2-40B4-BE49-F238E27FC236}">
                <a16:creationId xmlns:a16="http://schemas.microsoft.com/office/drawing/2014/main" id="{E679318E-B83A-4C26-B9D9-5C9505BAB0A8}"/>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8FD5CA"/>
                </a:solidFill>
                <a:latin typeface="Fira Sans"/>
                <a:ea typeface="Fira Sans"/>
                <a:cs typeface="Fira Sans"/>
              </a:defRPr>
            </a:defPPr>
            <a:lvl1pPr algn="l">
              <a:defRPr sz="1500" b="1">
                <a:solidFill>
                  <a:srgbClr val="8FD5CA"/>
                </a:solidFill>
                <a:latin typeface="Fira Sans"/>
                <a:ea typeface="Fira Sans"/>
                <a:cs typeface="Fira Sans"/>
              </a:defRPr>
            </a:lvl1pPr>
            <a:lvl2pPr algn="l">
              <a:defRPr sz="1500" b="1">
                <a:solidFill>
                  <a:srgbClr val="8FD5CA"/>
                </a:solidFill>
                <a:latin typeface="Fira Sans"/>
                <a:ea typeface="Fira Sans"/>
                <a:cs typeface="Fira Sans"/>
              </a:defRPr>
            </a:lvl2pPr>
            <a:lvl3pPr algn="l">
              <a:defRPr sz="1500" b="1">
                <a:solidFill>
                  <a:srgbClr val="8FD5CA"/>
                </a:solidFill>
                <a:latin typeface="Fira Sans"/>
                <a:ea typeface="Fira Sans"/>
                <a:cs typeface="Fira Sans"/>
              </a:defRPr>
            </a:lvl3pPr>
            <a:lvl4pPr algn="l">
              <a:defRPr sz="1500" b="1">
                <a:solidFill>
                  <a:srgbClr val="8FD5CA"/>
                </a:solidFill>
                <a:latin typeface="Fira Sans"/>
                <a:ea typeface="Fira Sans"/>
                <a:cs typeface="Fira Sans"/>
              </a:defRPr>
            </a:lvl4pPr>
            <a:lvl5pPr algn="l">
              <a:defRPr sz="1500" b="1">
                <a:solidFill>
                  <a:srgbClr val="8FD5CA"/>
                </a:solidFill>
                <a:latin typeface="Fira Sans"/>
                <a:ea typeface="Fira Sans"/>
                <a:cs typeface="Fira Sans"/>
              </a:defRPr>
            </a:lvl5pPr>
            <a:lvl6pPr algn="l">
              <a:defRPr sz="1500" b="1">
                <a:solidFill>
                  <a:srgbClr val="8FD5CA"/>
                </a:solidFill>
                <a:latin typeface="Fira Sans"/>
                <a:ea typeface="Fira Sans"/>
                <a:cs typeface="Fira Sans"/>
              </a:defRPr>
            </a:lvl6pPr>
            <a:lvl7pPr algn="l">
              <a:defRPr sz="1500" b="1">
                <a:solidFill>
                  <a:srgbClr val="8FD5CA"/>
                </a:solidFill>
                <a:latin typeface="Fira Sans"/>
                <a:ea typeface="Fira Sans"/>
                <a:cs typeface="Fira Sans"/>
              </a:defRPr>
            </a:lvl7pPr>
            <a:lvl8pPr algn="l">
              <a:defRPr sz="1500" b="1">
                <a:solidFill>
                  <a:srgbClr val="8FD5CA"/>
                </a:solidFill>
                <a:latin typeface="Fira Sans"/>
                <a:ea typeface="Fira Sans"/>
                <a:cs typeface="Fira Sans"/>
              </a:defRPr>
            </a:lvl8pPr>
            <a:lvl9pPr algn="l">
              <a:defRPr sz="1500" b="1">
                <a:solidFill>
                  <a:srgbClr val="8FD5CA"/>
                </a:solidFill>
                <a:latin typeface="Fira Sans"/>
                <a:ea typeface="Fira Sans"/>
                <a:cs typeface="Fira Sans"/>
              </a:defRPr>
            </a:lvl9pPr>
          </a:lstStyle>
          <a:p xmlns:a="http://schemas.openxmlformats.org/drawingml/2006/main">
            <a:pPr algn="l">
              <a:defRPr sz="1500" b="1">
                <a:solidFill>
                  <a:srgbClr val="8FD5CA"/>
                </a:solidFill>
                <a:latin typeface="Fira Sans"/>
                <a:ea typeface="Fira Sans"/>
                <a:cs typeface="Fira Sans"/>
              </a:defRPr>
            </a:pPr>
            <a:r>
              <a:rPr sz="1500" b="1">
                <a:solidFill>
                  <a:srgbClr val="8FD5CA"/>
                </a:solidFill>
                <a:latin typeface="Fira Sans"/>
                <a:ea typeface="Fira Sans"/>
                <a:cs typeface="Fira Sans"/>
              </a:rPr>
              <a:t>09</a:t>
            </a:r>
          </a:p>
        </p:txBody>
      </p:sp>
      <p:pic>
        <p:nvPicPr>
          <p:cNvPr id="5" name="">
            <a:extLst xmlns:a="http://schemas.openxmlformats.org/drawingml/2006/main">
              <a:ext uri="{FF2B5EF4-FFF2-40B4-BE49-F238E27FC236}">
                <a16:creationId xmlns:a16="http://schemas.microsoft.com/office/drawing/2014/main" id="{8448C088-C3D0-4E66-B56E-9CCB0E1B1EF2}"/>
              </a:ext>
            </a:extLst>
          </p:cNvPr>
          <p:cNvPicPr>
            <a:picLocks xmlns:a="http://schemas.openxmlformats.org/drawingml/2006/main" noChangeAspect="1"/>
          </p:cNvPicPr>
          <p:nvPr/>
        </p:nvPicPr>
        <p:blipFill>
          <a:blip xmlns:r="http://schemas.openxmlformats.org/officeDocument/2006/relationships" xmlns:a="http://schemas.openxmlformats.org/drawingml/2006/main" r:embed="R23ae2f60f97d4acb"/>
          <a:stretch xmlns:a="http://schemas.openxmlformats.org/drawingml/2006/main"/>
        </p:blipFill>
        <p:spPr>
          <a:xfrm xmlns:a="http://schemas.openxmlformats.org/drawingml/2006/main">
            <a:off x="732367" y="1638300"/>
            <a:ext cx="7450667" cy="4191000"/>
          </a:xfrm>
          <a:prstGeom xmlns:a="http://schemas.openxmlformats.org/drawingml/2006/main" prst="rect">
            <a:avLst/>
          </a:prstGeom>
        </p:spPr>
      </p:pic>
      <p:sp>
        <p:nvSpPr>
          <p:cNvPr id="6" name="Nube de puntos">
            <a:extLst xmlns:a="http://schemas.openxmlformats.org/drawingml/2006/main">
              <a:ext uri="{FF2B5EF4-FFF2-40B4-BE49-F238E27FC236}">
                <a16:creationId xmlns:a16="http://schemas.microsoft.com/office/drawing/2014/main" id="{F38B587F-4501-4997-A89F-175427BD614F}"/>
              </a:ext>
            </a:extLst>
          </p:cNvPr>
          <p:cNvSpPr>
            <a:spLocks xmlns:a="http://schemas.openxmlformats.org/drawingml/2006/main" noGrp="1"/>
          </p:cNvSpPr>
          <p:nvPr/>
        </p:nvSpPr>
        <p:spPr>
          <a:xfrm xmlns:a="http://schemas.openxmlformats.org/drawingml/2006/main">
            <a:off x="8724900" y="18859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8FD5CA"/>
                </a:solidFill>
                <a:latin typeface="Fira Sans"/>
                <a:ea typeface="Fira Sans"/>
                <a:cs typeface="Fira Sans"/>
              </a:defRPr>
            </a:defPPr>
            <a:lvl1pPr algn="l">
              <a:defRPr sz="1500" b="1">
                <a:solidFill>
                  <a:srgbClr val="8FD5CA"/>
                </a:solidFill>
                <a:latin typeface="Fira Sans"/>
                <a:ea typeface="Fira Sans"/>
                <a:cs typeface="Fira Sans"/>
              </a:defRPr>
            </a:lvl1pPr>
            <a:lvl2pPr algn="l">
              <a:defRPr sz="1500" b="1">
                <a:solidFill>
                  <a:srgbClr val="8FD5CA"/>
                </a:solidFill>
                <a:latin typeface="Fira Sans"/>
                <a:ea typeface="Fira Sans"/>
                <a:cs typeface="Fira Sans"/>
              </a:defRPr>
            </a:lvl2pPr>
            <a:lvl3pPr algn="l">
              <a:defRPr sz="1500" b="1">
                <a:solidFill>
                  <a:srgbClr val="8FD5CA"/>
                </a:solidFill>
                <a:latin typeface="Fira Sans"/>
                <a:ea typeface="Fira Sans"/>
                <a:cs typeface="Fira Sans"/>
              </a:defRPr>
            </a:lvl3pPr>
            <a:lvl4pPr algn="l">
              <a:defRPr sz="1500" b="1">
                <a:solidFill>
                  <a:srgbClr val="8FD5CA"/>
                </a:solidFill>
                <a:latin typeface="Fira Sans"/>
                <a:ea typeface="Fira Sans"/>
                <a:cs typeface="Fira Sans"/>
              </a:defRPr>
            </a:lvl4pPr>
            <a:lvl5pPr algn="l">
              <a:defRPr sz="1500" b="1">
                <a:solidFill>
                  <a:srgbClr val="8FD5CA"/>
                </a:solidFill>
                <a:latin typeface="Fira Sans"/>
                <a:ea typeface="Fira Sans"/>
                <a:cs typeface="Fira Sans"/>
              </a:defRPr>
            </a:lvl5pPr>
            <a:lvl6pPr algn="l">
              <a:defRPr sz="1500" b="1">
                <a:solidFill>
                  <a:srgbClr val="8FD5CA"/>
                </a:solidFill>
                <a:latin typeface="Fira Sans"/>
                <a:ea typeface="Fira Sans"/>
                <a:cs typeface="Fira Sans"/>
              </a:defRPr>
            </a:lvl6pPr>
            <a:lvl7pPr algn="l">
              <a:defRPr sz="1500" b="1">
                <a:solidFill>
                  <a:srgbClr val="8FD5CA"/>
                </a:solidFill>
                <a:latin typeface="Fira Sans"/>
                <a:ea typeface="Fira Sans"/>
                <a:cs typeface="Fira Sans"/>
              </a:defRPr>
            </a:lvl7pPr>
            <a:lvl8pPr algn="l">
              <a:defRPr sz="1500" b="1">
                <a:solidFill>
                  <a:srgbClr val="8FD5CA"/>
                </a:solidFill>
                <a:latin typeface="Fira Sans"/>
                <a:ea typeface="Fira Sans"/>
                <a:cs typeface="Fira Sans"/>
              </a:defRPr>
            </a:lvl8pPr>
            <a:lvl9pPr algn="l">
              <a:defRPr sz="1500" b="1">
                <a:solidFill>
                  <a:srgbClr val="8FD5CA"/>
                </a:solidFill>
                <a:latin typeface="Fira Sans"/>
                <a:ea typeface="Fira Sans"/>
                <a:cs typeface="Fira Sans"/>
              </a:defRPr>
            </a:lvl9pPr>
          </a:lstStyle>
          <a:p xmlns:a="http://schemas.openxmlformats.org/drawingml/2006/main">
            <a:pPr algn="l">
              <a:defRPr sz="1500" b="1">
                <a:solidFill>
                  <a:srgbClr val="8FD5CA"/>
                </a:solidFill>
                <a:latin typeface="Fira Sans"/>
                <a:ea typeface="Fira Sans"/>
                <a:cs typeface="Fira Sans"/>
              </a:defRPr>
            </a:pPr>
            <a:r>
              <a:rPr sz="1500" b="1">
                <a:solidFill>
                  <a:srgbClr val="8FD5CA"/>
                </a:solidFill>
                <a:latin typeface="Fira Sans"/>
                <a:ea typeface="Fira Sans"/>
                <a:cs typeface="Fira Sans"/>
              </a:rPr>
              <a:t>Nube de puntos</a:t>
            </a:r>
          </a:p>
        </p:txBody>
      </p:sp>
      <p:sp>
        <p:nvSpPr>
          <p:cNvPr id="7" name="Posiciones 3D de las&#10;superficies reconstruidas.">
            <a:extLst xmlns:a="http://schemas.openxmlformats.org/drawingml/2006/main">
              <a:ext uri="{FF2B5EF4-FFF2-40B4-BE49-F238E27FC236}">
                <a16:creationId xmlns:a16="http://schemas.microsoft.com/office/drawing/2014/main" id="{5F9761C0-21EE-437E-80CE-99C061031C68}"/>
              </a:ext>
            </a:extLst>
          </p:cNvPr>
          <p:cNvSpPr>
            <a:spLocks xmlns:a="http://schemas.openxmlformats.org/drawingml/2006/main" noGrp="1"/>
          </p:cNvSpPr>
          <p:nvPr/>
        </p:nvSpPr>
        <p:spPr>
          <a:xfrm xmlns:a="http://schemas.openxmlformats.org/drawingml/2006/main">
            <a:off x="8724900" y="22860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Fira Sans"/>
                <a:ea typeface="Fira Sans"/>
                <a:cs typeface="Fira Sans"/>
              </a:defRPr>
            </a:defPPr>
            <a:lvl1pPr algn="l">
              <a:defRPr sz="1875" b="0">
                <a:solidFill>
                  <a:srgbClr val="FFFFFF"/>
                </a:solidFill>
                <a:latin typeface="Fira Sans"/>
                <a:ea typeface="Fira Sans"/>
                <a:cs typeface="Fira Sans"/>
              </a:defRPr>
            </a:lvl1pPr>
            <a:lvl2pPr algn="l">
              <a:defRPr sz="1875" b="0">
                <a:solidFill>
                  <a:srgbClr val="FFFFFF"/>
                </a:solidFill>
                <a:latin typeface="Fira Sans"/>
                <a:ea typeface="Fira Sans"/>
                <a:cs typeface="Fira Sans"/>
              </a:defRPr>
            </a:lvl2pPr>
            <a:lvl3pPr algn="l">
              <a:defRPr sz="1875" b="0">
                <a:solidFill>
                  <a:srgbClr val="FFFFFF"/>
                </a:solidFill>
                <a:latin typeface="Fira Sans"/>
                <a:ea typeface="Fira Sans"/>
                <a:cs typeface="Fira Sans"/>
              </a:defRPr>
            </a:lvl3pPr>
            <a:lvl4pPr algn="l">
              <a:defRPr sz="1875" b="0">
                <a:solidFill>
                  <a:srgbClr val="FFFFFF"/>
                </a:solidFill>
                <a:latin typeface="Fira Sans"/>
                <a:ea typeface="Fira Sans"/>
                <a:cs typeface="Fira Sans"/>
              </a:defRPr>
            </a:lvl4pPr>
            <a:lvl5pPr algn="l">
              <a:defRPr sz="1875" b="0">
                <a:solidFill>
                  <a:srgbClr val="FFFFFF"/>
                </a:solidFill>
                <a:latin typeface="Fira Sans"/>
                <a:ea typeface="Fira Sans"/>
                <a:cs typeface="Fira Sans"/>
              </a:defRPr>
            </a:lvl5pPr>
            <a:lvl6pPr algn="l">
              <a:defRPr sz="1875" b="0">
                <a:solidFill>
                  <a:srgbClr val="FFFFFF"/>
                </a:solidFill>
                <a:latin typeface="Fira Sans"/>
                <a:ea typeface="Fira Sans"/>
                <a:cs typeface="Fira Sans"/>
              </a:defRPr>
            </a:lvl6pPr>
            <a:lvl7pPr algn="l">
              <a:defRPr sz="1875" b="0">
                <a:solidFill>
                  <a:srgbClr val="FFFFFF"/>
                </a:solidFill>
                <a:latin typeface="Fira Sans"/>
                <a:ea typeface="Fira Sans"/>
                <a:cs typeface="Fira Sans"/>
              </a:defRPr>
            </a:lvl7pPr>
            <a:lvl8pPr algn="l">
              <a:defRPr sz="1875" b="0">
                <a:solidFill>
                  <a:srgbClr val="FFFFFF"/>
                </a:solidFill>
                <a:latin typeface="Fira Sans"/>
                <a:ea typeface="Fira Sans"/>
                <a:cs typeface="Fira Sans"/>
              </a:defRPr>
            </a:lvl8pPr>
            <a:lvl9pPr algn="l">
              <a:defRPr sz="1875" b="0">
                <a:solidFill>
                  <a:srgbClr val="FFFFFF"/>
                </a:solidFill>
                <a:latin typeface="Fira Sans"/>
                <a:ea typeface="Fira Sans"/>
                <a:cs typeface="Fira Sans"/>
              </a:defRPr>
            </a:lvl9pPr>
          </a:lstStyle>
          <a:p xmlns:a="http://schemas.openxmlformats.org/drawingml/2006/main">
            <a:pPr algn="l">
              <a:defRPr sz="1875" b="0">
                <a:solidFill>
                  <a:srgbClr val="FFFFFF"/>
                </a:solidFill>
                <a:latin typeface="Fira Sans"/>
                <a:ea typeface="Fira Sans"/>
                <a:cs typeface="Fira Sans"/>
              </a:defRPr>
            </a:pPr>
            <a:r>
              <a:rPr sz="1875" b="0">
                <a:solidFill>
                  <a:srgbClr val="FFFFFF"/>
                </a:solidFill>
                <a:latin typeface="Fira Sans"/>
                <a:ea typeface="Fira Sans"/>
                <a:cs typeface="Fira Sans"/>
              </a:rPr>
              <a:t>Posiciones 3D de las</a:t>
            </a:r>
          </a:p>
          <a:p xmlns:a="http://schemas.openxmlformats.org/drawingml/2006/main">
            <a:pPr algn="l">
              <a:defRPr sz="1875" b="0">
                <a:solidFill>
                  <a:srgbClr val="FFFFFF"/>
                </a:solidFill>
                <a:latin typeface="Fira Sans"/>
                <a:ea typeface="Fira Sans"/>
                <a:cs typeface="Fira Sans"/>
              </a:defRPr>
            </a:pPr>
            <a:r>
              <a:rPr sz="1875" b="0">
                <a:solidFill>
                  <a:srgbClr val="FFFFFF"/>
                </a:solidFill>
                <a:latin typeface="Fira Sans"/>
                <a:ea typeface="Fira Sans"/>
                <a:cs typeface="Fira Sans"/>
              </a:rPr>
              <a:t>superficies reconstruidas.</a:t>
            </a:r>
          </a:p>
        </p:txBody>
      </p:sp>
      <p:sp>
        <p:nvSpPr>
          <p:cNvPr id="8" name="Malla">
            <a:extLst xmlns:a="http://schemas.openxmlformats.org/drawingml/2006/main">
              <a:ext uri="{FF2B5EF4-FFF2-40B4-BE49-F238E27FC236}">
                <a16:creationId xmlns:a16="http://schemas.microsoft.com/office/drawing/2014/main" id="{645E6203-C676-496B-A9E6-94961FF5B353}"/>
              </a:ext>
            </a:extLst>
          </p:cNvPr>
          <p:cNvSpPr>
            <a:spLocks xmlns:a="http://schemas.openxmlformats.org/drawingml/2006/main" noGrp="1"/>
          </p:cNvSpPr>
          <p:nvPr/>
        </p:nvSpPr>
        <p:spPr>
          <a:xfrm xmlns:a="http://schemas.openxmlformats.org/drawingml/2006/main">
            <a:off x="8724900" y="37147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8FD5CA"/>
                </a:solidFill>
                <a:latin typeface="Fira Sans"/>
                <a:ea typeface="Fira Sans"/>
                <a:cs typeface="Fira Sans"/>
              </a:defRPr>
            </a:defPPr>
            <a:lvl1pPr algn="l">
              <a:defRPr sz="1500" b="1">
                <a:solidFill>
                  <a:srgbClr val="8FD5CA"/>
                </a:solidFill>
                <a:latin typeface="Fira Sans"/>
                <a:ea typeface="Fira Sans"/>
                <a:cs typeface="Fira Sans"/>
              </a:defRPr>
            </a:lvl1pPr>
            <a:lvl2pPr algn="l">
              <a:defRPr sz="1500" b="1">
                <a:solidFill>
                  <a:srgbClr val="8FD5CA"/>
                </a:solidFill>
                <a:latin typeface="Fira Sans"/>
                <a:ea typeface="Fira Sans"/>
                <a:cs typeface="Fira Sans"/>
              </a:defRPr>
            </a:lvl2pPr>
            <a:lvl3pPr algn="l">
              <a:defRPr sz="1500" b="1">
                <a:solidFill>
                  <a:srgbClr val="8FD5CA"/>
                </a:solidFill>
                <a:latin typeface="Fira Sans"/>
                <a:ea typeface="Fira Sans"/>
                <a:cs typeface="Fira Sans"/>
              </a:defRPr>
            </a:lvl3pPr>
            <a:lvl4pPr algn="l">
              <a:defRPr sz="1500" b="1">
                <a:solidFill>
                  <a:srgbClr val="8FD5CA"/>
                </a:solidFill>
                <a:latin typeface="Fira Sans"/>
                <a:ea typeface="Fira Sans"/>
                <a:cs typeface="Fira Sans"/>
              </a:defRPr>
            </a:lvl4pPr>
            <a:lvl5pPr algn="l">
              <a:defRPr sz="1500" b="1">
                <a:solidFill>
                  <a:srgbClr val="8FD5CA"/>
                </a:solidFill>
                <a:latin typeface="Fira Sans"/>
                <a:ea typeface="Fira Sans"/>
                <a:cs typeface="Fira Sans"/>
              </a:defRPr>
            </a:lvl5pPr>
            <a:lvl6pPr algn="l">
              <a:defRPr sz="1500" b="1">
                <a:solidFill>
                  <a:srgbClr val="8FD5CA"/>
                </a:solidFill>
                <a:latin typeface="Fira Sans"/>
                <a:ea typeface="Fira Sans"/>
                <a:cs typeface="Fira Sans"/>
              </a:defRPr>
            </a:lvl6pPr>
            <a:lvl7pPr algn="l">
              <a:defRPr sz="1500" b="1">
                <a:solidFill>
                  <a:srgbClr val="8FD5CA"/>
                </a:solidFill>
                <a:latin typeface="Fira Sans"/>
                <a:ea typeface="Fira Sans"/>
                <a:cs typeface="Fira Sans"/>
              </a:defRPr>
            </a:lvl7pPr>
            <a:lvl8pPr algn="l">
              <a:defRPr sz="1500" b="1">
                <a:solidFill>
                  <a:srgbClr val="8FD5CA"/>
                </a:solidFill>
                <a:latin typeface="Fira Sans"/>
                <a:ea typeface="Fira Sans"/>
                <a:cs typeface="Fira Sans"/>
              </a:defRPr>
            </a:lvl8pPr>
            <a:lvl9pPr algn="l">
              <a:defRPr sz="1500" b="1">
                <a:solidFill>
                  <a:srgbClr val="8FD5CA"/>
                </a:solidFill>
                <a:latin typeface="Fira Sans"/>
                <a:ea typeface="Fira Sans"/>
                <a:cs typeface="Fira Sans"/>
              </a:defRPr>
            </a:lvl9pPr>
          </a:lstStyle>
          <a:p xmlns:a="http://schemas.openxmlformats.org/drawingml/2006/main">
            <a:pPr algn="l">
              <a:defRPr sz="1500" b="1">
                <a:solidFill>
                  <a:srgbClr val="8FD5CA"/>
                </a:solidFill>
                <a:latin typeface="Fira Sans"/>
                <a:ea typeface="Fira Sans"/>
                <a:cs typeface="Fira Sans"/>
              </a:defRPr>
            </a:pPr>
            <a:r>
              <a:rPr sz="1500" b="1">
                <a:solidFill>
                  <a:srgbClr val="8FD5CA"/>
                </a:solidFill>
                <a:latin typeface="Fira Sans"/>
                <a:ea typeface="Fira Sans"/>
                <a:cs typeface="Fira Sans"/>
              </a:rPr>
              <a:t>Malla</a:t>
            </a:r>
          </a:p>
        </p:txBody>
      </p:sp>
      <p:sp>
        <p:nvSpPr>
          <p:cNvPr id="9" name="Superficie formada&#10;por caras conectadas.">
            <a:extLst xmlns:a="http://schemas.openxmlformats.org/drawingml/2006/main">
              <a:ext uri="{FF2B5EF4-FFF2-40B4-BE49-F238E27FC236}">
                <a16:creationId xmlns:a16="http://schemas.microsoft.com/office/drawing/2014/main" id="{0C77784D-C26F-4C73-ABB7-08BA2BF80A3C}"/>
              </a:ext>
            </a:extLst>
          </p:cNvPr>
          <p:cNvSpPr>
            <a:spLocks xmlns:a="http://schemas.openxmlformats.org/drawingml/2006/main" noGrp="1"/>
          </p:cNvSpPr>
          <p:nvPr/>
        </p:nvSpPr>
        <p:spPr>
          <a:xfrm xmlns:a="http://schemas.openxmlformats.org/drawingml/2006/main">
            <a:off x="8724900" y="41148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Fira Sans"/>
                <a:ea typeface="Fira Sans"/>
                <a:cs typeface="Fira Sans"/>
              </a:defRPr>
            </a:defPPr>
            <a:lvl1pPr algn="l">
              <a:defRPr sz="1875" b="0">
                <a:solidFill>
                  <a:srgbClr val="FFFFFF"/>
                </a:solidFill>
                <a:latin typeface="Fira Sans"/>
                <a:ea typeface="Fira Sans"/>
                <a:cs typeface="Fira Sans"/>
              </a:defRPr>
            </a:lvl1pPr>
            <a:lvl2pPr algn="l">
              <a:defRPr sz="1875" b="0">
                <a:solidFill>
                  <a:srgbClr val="FFFFFF"/>
                </a:solidFill>
                <a:latin typeface="Fira Sans"/>
                <a:ea typeface="Fira Sans"/>
                <a:cs typeface="Fira Sans"/>
              </a:defRPr>
            </a:lvl2pPr>
            <a:lvl3pPr algn="l">
              <a:defRPr sz="1875" b="0">
                <a:solidFill>
                  <a:srgbClr val="FFFFFF"/>
                </a:solidFill>
                <a:latin typeface="Fira Sans"/>
                <a:ea typeface="Fira Sans"/>
                <a:cs typeface="Fira Sans"/>
              </a:defRPr>
            </a:lvl3pPr>
            <a:lvl4pPr algn="l">
              <a:defRPr sz="1875" b="0">
                <a:solidFill>
                  <a:srgbClr val="FFFFFF"/>
                </a:solidFill>
                <a:latin typeface="Fira Sans"/>
                <a:ea typeface="Fira Sans"/>
                <a:cs typeface="Fira Sans"/>
              </a:defRPr>
            </a:lvl4pPr>
            <a:lvl5pPr algn="l">
              <a:defRPr sz="1875" b="0">
                <a:solidFill>
                  <a:srgbClr val="FFFFFF"/>
                </a:solidFill>
                <a:latin typeface="Fira Sans"/>
                <a:ea typeface="Fira Sans"/>
                <a:cs typeface="Fira Sans"/>
              </a:defRPr>
            </a:lvl5pPr>
            <a:lvl6pPr algn="l">
              <a:defRPr sz="1875" b="0">
                <a:solidFill>
                  <a:srgbClr val="FFFFFF"/>
                </a:solidFill>
                <a:latin typeface="Fira Sans"/>
                <a:ea typeface="Fira Sans"/>
                <a:cs typeface="Fira Sans"/>
              </a:defRPr>
            </a:lvl6pPr>
            <a:lvl7pPr algn="l">
              <a:defRPr sz="1875" b="0">
                <a:solidFill>
                  <a:srgbClr val="FFFFFF"/>
                </a:solidFill>
                <a:latin typeface="Fira Sans"/>
                <a:ea typeface="Fira Sans"/>
                <a:cs typeface="Fira Sans"/>
              </a:defRPr>
            </a:lvl7pPr>
            <a:lvl8pPr algn="l">
              <a:defRPr sz="1875" b="0">
                <a:solidFill>
                  <a:srgbClr val="FFFFFF"/>
                </a:solidFill>
                <a:latin typeface="Fira Sans"/>
                <a:ea typeface="Fira Sans"/>
                <a:cs typeface="Fira Sans"/>
              </a:defRPr>
            </a:lvl8pPr>
            <a:lvl9pPr algn="l">
              <a:defRPr sz="1875" b="0">
                <a:solidFill>
                  <a:srgbClr val="FFFFFF"/>
                </a:solidFill>
                <a:latin typeface="Fira Sans"/>
                <a:ea typeface="Fira Sans"/>
                <a:cs typeface="Fira Sans"/>
              </a:defRPr>
            </a:lvl9pPr>
          </a:lstStyle>
          <a:p xmlns:a="http://schemas.openxmlformats.org/drawingml/2006/main">
            <a:pPr algn="l">
              <a:defRPr sz="1875" b="0">
                <a:solidFill>
                  <a:srgbClr val="FFFFFF"/>
                </a:solidFill>
                <a:latin typeface="Fira Sans"/>
                <a:ea typeface="Fira Sans"/>
                <a:cs typeface="Fira Sans"/>
              </a:defRPr>
            </a:pPr>
            <a:r>
              <a:rPr sz="1875" b="0">
                <a:solidFill>
                  <a:srgbClr val="FFFFFF"/>
                </a:solidFill>
                <a:latin typeface="Fira Sans"/>
                <a:ea typeface="Fira Sans"/>
                <a:cs typeface="Fira Sans"/>
              </a:rPr>
              <a:t>Superficie formada</a:t>
            </a:r>
          </a:p>
          <a:p xmlns:a="http://schemas.openxmlformats.org/drawingml/2006/main">
            <a:pPr algn="l">
              <a:defRPr sz="1875" b="0">
                <a:solidFill>
                  <a:srgbClr val="FFFFFF"/>
                </a:solidFill>
                <a:latin typeface="Fira Sans"/>
                <a:ea typeface="Fira Sans"/>
                <a:cs typeface="Fira Sans"/>
              </a:defRPr>
            </a:pPr>
            <a:r>
              <a:rPr sz="1875" b="0">
                <a:solidFill>
                  <a:srgbClr val="FFFFFF"/>
                </a:solidFill>
                <a:latin typeface="Fira Sans"/>
                <a:ea typeface="Fira Sans"/>
                <a:cs typeface="Fira Sans"/>
              </a:rPr>
              <a:t>por caras conectadas.</a:t>
            </a:r>
          </a:p>
        </p:txBody>
      </p:sp>
      <p:sp>
        <p:nvSpPr>
          <p:cNvPr id="10" name="Vista oficial de nube y cámaras. Courtesy of PIX4D / pix4d.c">
            <a:extLst xmlns:a="http://schemas.openxmlformats.org/drawingml/2006/main">
              <a:ext uri="{FF2B5EF4-FFF2-40B4-BE49-F238E27FC236}">
                <a16:creationId xmlns:a16="http://schemas.microsoft.com/office/drawing/2014/main" id="{924392FA-4224-4BEB-8524-8729AB5EC382}"/>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C7DADD"/>
                </a:solidFill>
                <a:latin typeface="Fira Sans"/>
                <a:ea typeface="Fira Sans"/>
                <a:cs typeface="Fira Sans"/>
              </a:defRPr>
            </a:defPPr>
            <a:lvl1pPr algn="l">
              <a:defRPr sz="975" b="0">
                <a:solidFill>
                  <a:srgbClr val="C7DADD"/>
                </a:solidFill>
                <a:latin typeface="Fira Sans"/>
                <a:ea typeface="Fira Sans"/>
                <a:cs typeface="Fira Sans"/>
              </a:defRPr>
            </a:lvl1pPr>
            <a:lvl2pPr algn="l">
              <a:defRPr sz="975" b="0">
                <a:solidFill>
                  <a:srgbClr val="C7DADD"/>
                </a:solidFill>
                <a:latin typeface="Fira Sans"/>
                <a:ea typeface="Fira Sans"/>
                <a:cs typeface="Fira Sans"/>
              </a:defRPr>
            </a:lvl2pPr>
            <a:lvl3pPr algn="l">
              <a:defRPr sz="975" b="0">
                <a:solidFill>
                  <a:srgbClr val="C7DADD"/>
                </a:solidFill>
                <a:latin typeface="Fira Sans"/>
                <a:ea typeface="Fira Sans"/>
                <a:cs typeface="Fira Sans"/>
              </a:defRPr>
            </a:lvl3pPr>
            <a:lvl4pPr algn="l">
              <a:defRPr sz="975" b="0">
                <a:solidFill>
                  <a:srgbClr val="C7DADD"/>
                </a:solidFill>
                <a:latin typeface="Fira Sans"/>
                <a:ea typeface="Fira Sans"/>
                <a:cs typeface="Fira Sans"/>
              </a:defRPr>
            </a:lvl4pPr>
            <a:lvl5pPr algn="l">
              <a:defRPr sz="975" b="0">
                <a:solidFill>
                  <a:srgbClr val="C7DADD"/>
                </a:solidFill>
                <a:latin typeface="Fira Sans"/>
                <a:ea typeface="Fira Sans"/>
                <a:cs typeface="Fira Sans"/>
              </a:defRPr>
            </a:lvl5pPr>
            <a:lvl6pPr algn="l">
              <a:defRPr sz="975" b="0">
                <a:solidFill>
                  <a:srgbClr val="C7DADD"/>
                </a:solidFill>
                <a:latin typeface="Fira Sans"/>
                <a:ea typeface="Fira Sans"/>
                <a:cs typeface="Fira Sans"/>
              </a:defRPr>
            </a:lvl6pPr>
            <a:lvl7pPr algn="l">
              <a:defRPr sz="975" b="0">
                <a:solidFill>
                  <a:srgbClr val="C7DADD"/>
                </a:solidFill>
                <a:latin typeface="Fira Sans"/>
                <a:ea typeface="Fira Sans"/>
                <a:cs typeface="Fira Sans"/>
              </a:defRPr>
            </a:lvl7pPr>
            <a:lvl8pPr algn="l">
              <a:defRPr sz="975" b="0">
                <a:solidFill>
                  <a:srgbClr val="C7DADD"/>
                </a:solidFill>
                <a:latin typeface="Fira Sans"/>
                <a:ea typeface="Fira Sans"/>
                <a:cs typeface="Fira Sans"/>
              </a:defRPr>
            </a:lvl8pPr>
            <a:lvl9pPr algn="l">
              <a:defRPr sz="975" b="0">
                <a:solidFill>
                  <a:srgbClr val="C7DADD"/>
                </a:solidFill>
                <a:latin typeface="Fira Sans"/>
                <a:ea typeface="Fira Sans"/>
                <a:cs typeface="Fira Sans"/>
              </a:defRPr>
            </a:lvl9pPr>
          </a:lstStyle>
          <a:p xmlns:a="http://schemas.openxmlformats.org/drawingml/2006/main">
            <a:pPr algn="l">
              <a:defRPr sz="975" b="0">
                <a:solidFill>
                  <a:srgbClr val="C7DADD"/>
                </a:solidFill>
                <a:latin typeface="Fira Sans"/>
                <a:ea typeface="Fira Sans"/>
                <a:cs typeface="Fira Sans"/>
              </a:defRPr>
            </a:pPr>
            <a:r>
              <a:rPr sz="975" b="0">
                <a:solidFill>
                  <a:srgbClr val="C7DADD"/>
                </a:solidFill>
                <a:latin typeface="Fira Sans"/>
                <a:ea typeface="Fira Sans"/>
                <a:cs typeface="Fira Sans"/>
                <a:hlinkClick xmlns:ns0="http://schemas.openxmlformats.org/officeDocument/2006/relationships" ns0:id="rIdPix4DCredit"/>
              </a:rPr>
              <a:t>Vista oficial de nube y cámaras. Courtesy of PIX4D / pix4d.com</a:t>
            </a:r>
          </a:p>
        </p:txBody>
      </p:sp>
    </p:spTree>
    <p:extLst>
      <p:ext uri="{BB962C8B-B14F-4D97-AF65-F5344CB8AC3E}">
        <p14:creationId xmlns:p14="http://schemas.microsoft.com/office/powerpoint/2010/main" val="313313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rtomosaico y DSM">
            <a:extLst xmlns:a="http://schemas.openxmlformats.org/drawingml/2006/main">
              <a:ext uri="{FF2B5EF4-FFF2-40B4-BE49-F238E27FC236}">
                <a16:creationId xmlns:a16="http://schemas.microsoft.com/office/drawing/2014/main" id="{042F858B-D1A6-45C6-A502-516008DF1320}"/>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Ortomosaico y DSM</a:t>
            </a:r>
          </a:p>
        </p:txBody>
      </p:sp>
      <p:pic>
        <p:nvPicPr>
          <p:cNvPr id="2" name="">
            <a:extLst xmlns:a="http://schemas.openxmlformats.org/drawingml/2006/main">
              <a:ext uri="{FF2B5EF4-FFF2-40B4-BE49-F238E27FC236}">
                <a16:creationId xmlns:a16="http://schemas.microsoft.com/office/drawing/2014/main" id="{20992009-ED78-47D3-ABB5-0DD23D3D218F}"/>
              </a:ext>
            </a:extLst>
          </p:cNvPr>
          <p:cNvPicPr>
            <a:picLocks xmlns:a="http://schemas.openxmlformats.org/drawingml/2006/main" noChangeAspect="1"/>
          </p:cNvPicPr>
          <p:nvPr/>
        </p:nvPicPr>
        <p:blipFill>
          <a:blip xmlns:r="http://schemas.openxmlformats.org/officeDocument/2006/relationships" xmlns:a="http://schemas.openxmlformats.org/drawingml/2006/main" r:embed="Rd2e930bdcde7418e"/>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2C5C2679-11C8-44AD-B490-8CEBB411E001}"/>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0">
            <a:extLst xmlns:a="http://schemas.openxmlformats.org/drawingml/2006/main">
              <a:ext uri="{FF2B5EF4-FFF2-40B4-BE49-F238E27FC236}">
                <a16:creationId xmlns:a16="http://schemas.microsoft.com/office/drawing/2014/main" id="{36B41F2D-E9A6-42D6-82CE-CBD9C9E8A1FC}"/>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10</a:t>
            </a:r>
          </a:p>
        </p:txBody>
      </p:sp>
      <p:sp>
        <p:nvSpPr>
          <p:cNvPr id="5" name="ORTOMOSAICO">
            <a:extLst xmlns:a="http://schemas.openxmlformats.org/drawingml/2006/main">
              <a:ext uri="{FF2B5EF4-FFF2-40B4-BE49-F238E27FC236}">
                <a16:creationId xmlns:a16="http://schemas.microsoft.com/office/drawing/2014/main" id="{1385281D-CA36-4751-A2E5-6853F680C780}"/>
              </a:ext>
            </a:extLst>
          </p:cNvPr>
          <p:cNvSpPr>
            <a:spLocks xmlns:a="http://schemas.openxmlformats.org/drawingml/2006/main" noGrp="1"/>
          </p:cNvSpPr>
          <p:nvPr/>
        </p:nvSpPr>
        <p:spPr>
          <a:xfrm xmlns:a="http://schemas.openxmlformats.org/drawingml/2006/main">
            <a:off x="533400" y="158115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ORTOMOSAICO</a:t>
            </a:r>
          </a:p>
        </p:txBody>
      </p:sp>
      <p:sp>
        <p:nvSpPr>
          <p:cNvPr id="6" name="DSM">
            <a:extLst xmlns:a="http://schemas.openxmlformats.org/drawingml/2006/main">
              <a:ext uri="{FF2B5EF4-FFF2-40B4-BE49-F238E27FC236}">
                <a16:creationId xmlns:a16="http://schemas.microsoft.com/office/drawing/2014/main" id="{6F63F3F9-3BF9-4424-9A26-434D0235EBC8}"/>
              </a:ext>
            </a:extLst>
          </p:cNvPr>
          <p:cNvSpPr>
            <a:spLocks xmlns:a="http://schemas.openxmlformats.org/drawingml/2006/main" noGrp="1"/>
          </p:cNvSpPr>
          <p:nvPr/>
        </p:nvSpPr>
        <p:spPr>
          <a:xfrm xmlns:a="http://schemas.openxmlformats.org/drawingml/2006/main">
            <a:off x="6315075" y="15811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DSM</a:t>
            </a:r>
          </a:p>
        </p:txBody>
      </p:sp>
      <p:pic>
        <p:nvPicPr>
          <p:cNvPr id="7" name="">
            <a:extLst xmlns:a="http://schemas.openxmlformats.org/drawingml/2006/main">
              <a:ext uri="{FF2B5EF4-FFF2-40B4-BE49-F238E27FC236}">
                <a16:creationId xmlns:a16="http://schemas.microsoft.com/office/drawing/2014/main" id="{EE89F16F-3F6B-424D-BC49-CF64E757BBE9}"/>
              </a:ext>
            </a:extLst>
          </p:cNvPr>
          <p:cNvPicPr>
            <a:picLocks xmlns:a="http://schemas.openxmlformats.org/drawingml/2006/main" noChangeAspect="1"/>
          </p:cNvPicPr>
          <p:nvPr/>
        </p:nvPicPr>
        <p:blipFill>
          <a:blip xmlns:r="http://schemas.openxmlformats.org/officeDocument/2006/relationships" xmlns:a="http://schemas.openxmlformats.org/drawingml/2006/main" r:embed="Rcd1314dd49824d14"/>
          <a:stretch xmlns:a="http://schemas.openxmlformats.org/drawingml/2006/main"/>
        </p:blipFill>
        <p:spPr>
          <a:xfrm xmlns:a="http://schemas.openxmlformats.org/drawingml/2006/main">
            <a:off x="1066271" y="2000250"/>
            <a:ext cx="4153958" cy="3524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C9F4850-470D-4AC2-A514-20427EAD66E6}"/>
              </a:ext>
            </a:extLst>
          </p:cNvPr>
          <p:cNvPicPr>
            <a:picLocks xmlns:a="http://schemas.openxmlformats.org/drawingml/2006/main" noChangeAspect="1"/>
          </p:cNvPicPr>
          <p:nvPr/>
        </p:nvPicPr>
        <p:blipFill>
          <a:blip xmlns:r="http://schemas.openxmlformats.org/officeDocument/2006/relationships" xmlns:a="http://schemas.openxmlformats.org/drawingml/2006/main" r:embed="Rbda1dc265bc94982"/>
          <a:stretch xmlns:a="http://schemas.openxmlformats.org/drawingml/2006/main"/>
        </p:blipFill>
        <p:spPr>
          <a:xfrm xmlns:a="http://schemas.openxmlformats.org/drawingml/2006/main">
            <a:off x="6995054" y="2000250"/>
            <a:ext cx="3878792" cy="3524250"/>
          </a:xfrm>
          <a:prstGeom xmlns:a="http://schemas.openxmlformats.org/drawingml/2006/main" prst="rect">
            <a:avLst/>
          </a:prstGeom>
        </p:spPr>
      </p:pic>
      <p:sp>
        <p:nvSpPr>
          <p:cNvPr id="9" name="Posición y apariencia en planta">
            <a:extLst xmlns:a="http://schemas.openxmlformats.org/drawingml/2006/main">
              <a:ext uri="{FF2B5EF4-FFF2-40B4-BE49-F238E27FC236}">
                <a16:creationId xmlns:a16="http://schemas.microsoft.com/office/drawing/2014/main" id="{BCB039DD-590B-4CEC-82D3-1AE4A08AA348}"/>
              </a:ext>
            </a:extLst>
          </p:cNvPr>
          <p:cNvSpPr>
            <a:spLocks xmlns:a="http://schemas.openxmlformats.org/drawingml/2006/main" noGrp="1"/>
          </p:cNvSpPr>
          <p:nvPr/>
        </p:nvSpPr>
        <p:spPr>
          <a:xfrm xmlns:a="http://schemas.openxmlformats.org/drawingml/2006/main">
            <a:off x="533400" y="5610225"/>
            <a:ext cx="5219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53749"/>
                </a:solidFill>
                <a:latin typeface="Fira Sans"/>
                <a:ea typeface="Fira Sans"/>
                <a:cs typeface="Fira Sans"/>
              </a:defRPr>
            </a:defPPr>
            <a:lvl1pPr algn="l">
              <a:defRPr sz="1875" b="1">
                <a:solidFill>
                  <a:srgbClr val="153749"/>
                </a:solidFill>
                <a:latin typeface="Fira Sans"/>
                <a:ea typeface="Fira Sans"/>
                <a:cs typeface="Fira Sans"/>
              </a:defRPr>
            </a:lvl1pPr>
            <a:lvl2pPr algn="l">
              <a:defRPr sz="1875" b="1">
                <a:solidFill>
                  <a:srgbClr val="153749"/>
                </a:solidFill>
                <a:latin typeface="Fira Sans"/>
                <a:ea typeface="Fira Sans"/>
                <a:cs typeface="Fira Sans"/>
              </a:defRPr>
            </a:lvl2pPr>
            <a:lvl3pPr algn="l">
              <a:defRPr sz="1875" b="1">
                <a:solidFill>
                  <a:srgbClr val="153749"/>
                </a:solidFill>
                <a:latin typeface="Fira Sans"/>
                <a:ea typeface="Fira Sans"/>
                <a:cs typeface="Fira Sans"/>
              </a:defRPr>
            </a:lvl3pPr>
            <a:lvl4pPr algn="l">
              <a:defRPr sz="1875" b="1">
                <a:solidFill>
                  <a:srgbClr val="153749"/>
                </a:solidFill>
                <a:latin typeface="Fira Sans"/>
                <a:ea typeface="Fira Sans"/>
                <a:cs typeface="Fira Sans"/>
              </a:defRPr>
            </a:lvl4pPr>
            <a:lvl5pPr algn="l">
              <a:defRPr sz="1875" b="1">
                <a:solidFill>
                  <a:srgbClr val="153749"/>
                </a:solidFill>
                <a:latin typeface="Fira Sans"/>
                <a:ea typeface="Fira Sans"/>
                <a:cs typeface="Fira Sans"/>
              </a:defRPr>
            </a:lvl5pPr>
            <a:lvl6pPr algn="l">
              <a:defRPr sz="1875" b="1">
                <a:solidFill>
                  <a:srgbClr val="153749"/>
                </a:solidFill>
                <a:latin typeface="Fira Sans"/>
                <a:ea typeface="Fira Sans"/>
                <a:cs typeface="Fira Sans"/>
              </a:defRPr>
            </a:lvl6pPr>
            <a:lvl7pPr algn="l">
              <a:defRPr sz="1875" b="1">
                <a:solidFill>
                  <a:srgbClr val="153749"/>
                </a:solidFill>
                <a:latin typeface="Fira Sans"/>
                <a:ea typeface="Fira Sans"/>
                <a:cs typeface="Fira Sans"/>
              </a:defRPr>
            </a:lvl7pPr>
            <a:lvl8pPr algn="l">
              <a:defRPr sz="1875" b="1">
                <a:solidFill>
                  <a:srgbClr val="153749"/>
                </a:solidFill>
                <a:latin typeface="Fira Sans"/>
                <a:ea typeface="Fira Sans"/>
                <a:cs typeface="Fira Sans"/>
              </a:defRPr>
            </a:lvl8pPr>
            <a:lvl9pPr algn="l">
              <a:defRPr sz="1875" b="1">
                <a:solidFill>
                  <a:srgbClr val="153749"/>
                </a:solidFill>
                <a:latin typeface="Fira Sans"/>
                <a:ea typeface="Fira Sans"/>
                <a:cs typeface="Fira Sans"/>
              </a:defRPr>
            </a:lvl9pPr>
          </a:lstStyle>
          <a:p xmlns:a="http://schemas.openxmlformats.org/drawingml/2006/main">
            <a:pPr algn="l">
              <a:defRPr sz="1875" b="1">
                <a:solidFill>
                  <a:srgbClr val="153749"/>
                </a:solidFill>
                <a:latin typeface="Fira Sans"/>
                <a:ea typeface="Fira Sans"/>
                <a:cs typeface="Fira Sans"/>
              </a:defRPr>
            </a:pPr>
            <a:r>
              <a:rPr sz="1875" b="1">
                <a:solidFill>
                  <a:srgbClr val="153749"/>
                </a:solidFill>
                <a:latin typeface="Fira Sans"/>
                <a:ea typeface="Fira Sans"/>
                <a:cs typeface="Fira Sans"/>
              </a:rPr>
              <a:t>Posición y apariencia en planta</a:t>
            </a:r>
          </a:p>
        </p:txBody>
      </p:sp>
      <p:sp>
        <p:nvSpPr>
          <p:cNvPr id="10" name="Elevación de la superficie visible">
            <a:extLst xmlns:a="http://schemas.openxmlformats.org/drawingml/2006/main">
              <a:ext uri="{FF2B5EF4-FFF2-40B4-BE49-F238E27FC236}">
                <a16:creationId xmlns:a16="http://schemas.microsoft.com/office/drawing/2014/main" id="{1EC4EFB6-3C0D-47BB-A723-02DE6E55CEFF}"/>
              </a:ext>
            </a:extLst>
          </p:cNvPr>
          <p:cNvSpPr>
            <a:spLocks xmlns:a="http://schemas.openxmlformats.org/drawingml/2006/main" noGrp="1"/>
          </p:cNvSpPr>
          <p:nvPr/>
        </p:nvSpPr>
        <p:spPr>
          <a:xfrm xmlns:a="http://schemas.openxmlformats.org/drawingml/2006/main">
            <a:off x="6315075" y="5610225"/>
            <a:ext cx="5238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53749"/>
                </a:solidFill>
                <a:latin typeface="Fira Sans"/>
                <a:ea typeface="Fira Sans"/>
                <a:cs typeface="Fira Sans"/>
              </a:defRPr>
            </a:defPPr>
            <a:lvl1pPr algn="l">
              <a:defRPr sz="1875" b="1">
                <a:solidFill>
                  <a:srgbClr val="153749"/>
                </a:solidFill>
                <a:latin typeface="Fira Sans"/>
                <a:ea typeface="Fira Sans"/>
                <a:cs typeface="Fira Sans"/>
              </a:defRPr>
            </a:lvl1pPr>
            <a:lvl2pPr algn="l">
              <a:defRPr sz="1875" b="1">
                <a:solidFill>
                  <a:srgbClr val="153749"/>
                </a:solidFill>
                <a:latin typeface="Fira Sans"/>
                <a:ea typeface="Fira Sans"/>
                <a:cs typeface="Fira Sans"/>
              </a:defRPr>
            </a:lvl2pPr>
            <a:lvl3pPr algn="l">
              <a:defRPr sz="1875" b="1">
                <a:solidFill>
                  <a:srgbClr val="153749"/>
                </a:solidFill>
                <a:latin typeface="Fira Sans"/>
                <a:ea typeface="Fira Sans"/>
                <a:cs typeface="Fira Sans"/>
              </a:defRPr>
            </a:lvl3pPr>
            <a:lvl4pPr algn="l">
              <a:defRPr sz="1875" b="1">
                <a:solidFill>
                  <a:srgbClr val="153749"/>
                </a:solidFill>
                <a:latin typeface="Fira Sans"/>
                <a:ea typeface="Fira Sans"/>
                <a:cs typeface="Fira Sans"/>
              </a:defRPr>
            </a:lvl4pPr>
            <a:lvl5pPr algn="l">
              <a:defRPr sz="1875" b="1">
                <a:solidFill>
                  <a:srgbClr val="153749"/>
                </a:solidFill>
                <a:latin typeface="Fira Sans"/>
                <a:ea typeface="Fira Sans"/>
                <a:cs typeface="Fira Sans"/>
              </a:defRPr>
            </a:lvl5pPr>
            <a:lvl6pPr algn="l">
              <a:defRPr sz="1875" b="1">
                <a:solidFill>
                  <a:srgbClr val="153749"/>
                </a:solidFill>
                <a:latin typeface="Fira Sans"/>
                <a:ea typeface="Fira Sans"/>
                <a:cs typeface="Fira Sans"/>
              </a:defRPr>
            </a:lvl6pPr>
            <a:lvl7pPr algn="l">
              <a:defRPr sz="1875" b="1">
                <a:solidFill>
                  <a:srgbClr val="153749"/>
                </a:solidFill>
                <a:latin typeface="Fira Sans"/>
                <a:ea typeface="Fira Sans"/>
                <a:cs typeface="Fira Sans"/>
              </a:defRPr>
            </a:lvl7pPr>
            <a:lvl8pPr algn="l">
              <a:defRPr sz="1875" b="1">
                <a:solidFill>
                  <a:srgbClr val="153749"/>
                </a:solidFill>
                <a:latin typeface="Fira Sans"/>
                <a:ea typeface="Fira Sans"/>
                <a:cs typeface="Fira Sans"/>
              </a:defRPr>
            </a:lvl8pPr>
            <a:lvl9pPr algn="l">
              <a:defRPr sz="1875" b="1">
                <a:solidFill>
                  <a:srgbClr val="153749"/>
                </a:solidFill>
                <a:latin typeface="Fira Sans"/>
                <a:ea typeface="Fira Sans"/>
                <a:cs typeface="Fira Sans"/>
              </a:defRPr>
            </a:lvl9pPr>
          </a:lstStyle>
          <a:p xmlns:a="http://schemas.openxmlformats.org/drawingml/2006/main">
            <a:pPr algn="l">
              <a:defRPr sz="1875" b="1">
                <a:solidFill>
                  <a:srgbClr val="153749"/>
                </a:solidFill>
                <a:latin typeface="Fira Sans"/>
                <a:ea typeface="Fira Sans"/>
                <a:cs typeface="Fira Sans"/>
              </a:defRPr>
            </a:pPr>
            <a:r>
              <a:rPr sz="1875" b="1">
                <a:solidFill>
                  <a:srgbClr val="153749"/>
                </a:solidFill>
                <a:latin typeface="Fira Sans"/>
                <a:ea typeface="Fira Sans"/>
                <a:cs typeface="Fira Sans"/>
              </a:rPr>
              <a:t>Elevación de la superficie visible</a:t>
            </a:r>
          </a:p>
        </p:txBody>
      </p:sp>
      <p:sp>
        <p:nvSpPr>
          <p:cNvPr id="11" name="Ejemplos oficiales del informe de calidad de PIX4Dmatic. Se ">
            <a:extLst xmlns:a="http://schemas.openxmlformats.org/drawingml/2006/main">
              <a:ext uri="{FF2B5EF4-FFF2-40B4-BE49-F238E27FC236}">
                <a16:creationId xmlns:a16="http://schemas.microsoft.com/office/drawing/2014/main" id="{1705725D-38B1-4D31-A7D5-1AC9475A7DDF}"/>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hlinkClick xmlns:ns0="http://schemas.openxmlformats.org/officeDocument/2006/relationships" ns0:id="rIdPix4DCredit"/>
              </a:rPr>
              <a:t>Ejemplos oficiales del informe de calidad de PIX4Dmatic. Se conservan sus leyendas.</a:t>
            </a:r>
          </a:p>
        </p:txBody>
      </p:sp>
    </p:spTree>
    <p:extLst>
      <p:ext uri="{BB962C8B-B14F-4D97-AF65-F5344CB8AC3E}">
        <p14:creationId xmlns:p14="http://schemas.microsoft.com/office/powerpoint/2010/main" val="20783083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Interoperabilidad">
            <a:extLst xmlns:a="http://schemas.openxmlformats.org/drawingml/2006/main">
              <a:ext uri="{FF2B5EF4-FFF2-40B4-BE49-F238E27FC236}">
                <a16:creationId xmlns:a16="http://schemas.microsoft.com/office/drawing/2014/main" id="{97BF2879-A0C2-4905-9B68-9B9BFA4025F4}"/>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Interoperabilidad</a:t>
            </a:r>
          </a:p>
        </p:txBody>
      </p:sp>
      <p:pic>
        <p:nvPicPr>
          <p:cNvPr id="2" name="">
            <a:extLst xmlns:a="http://schemas.openxmlformats.org/drawingml/2006/main">
              <a:ext uri="{FF2B5EF4-FFF2-40B4-BE49-F238E27FC236}">
                <a16:creationId xmlns:a16="http://schemas.microsoft.com/office/drawing/2014/main" id="{1F5F5FBA-F763-4994-A988-0D0217D375A5}"/>
              </a:ext>
            </a:extLst>
          </p:cNvPr>
          <p:cNvPicPr>
            <a:picLocks xmlns:a="http://schemas.openxmlformats.org/drawingml/2006/main" noChangeAspect="1"/>
          </p:cNvPicPr>
          <p:nvPr/>
        </p:nvPicPr>
        <p:blipFill>
          <a:blip xmlns:r="http://schemas.openxmlformats.org/officeDocument/2006/relationships" xmlns:a="http://schemas.openxmlformats.org/drawingml/2006/main" r:embed="Rdde02b5eb3994d0e"/>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E702EFFE-18CA-4E03-A1DD-6BBAF1D109B2}"/>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1">
            <a:extLst xmlns:a="http://schemas.openxmlformats.org/drawingml/2006/main">
              <a:ext uri="{FF2B5EF4-FFF2-40B4-BE49-F238E27FC236}">
                <a16:creationId xmlns:a16="http://schemas.microsoft.com/office/drawing/2014/main" id="{90404532-794B-450A-8866-590F8ABFC59B}"/>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11</a:t>
            </a:r>
          </a:p>
        </p:txBody>
      </p:sp>
      <p:sp>
        <p:nvSpPr>
          <p:cNvPr id="5" name="Ortomosaico">
            <a:extLst xmlns:a="http://schemas.openxmlformats.org/drawingml/2006/main">
              <a:ext uri="{FF2B5EF4-FFF2-40B4-BE49-F238E27FC236}">
                <a16:creationId xmlns:a16="http://schemas.microsoft.com/office/drawing/2014/main" id="{5696240C-8374-4694-972A-6D2F199970A7}"/>
              </a:ext>
            </a:extLst>
          </p:cNvPr>
          <p:cNvSpPr>
            <a:spLocks xmlns:a="http://schemas.openxmlformats.org/drawingml/2006/main" noGrp="1"/>
          </p:cNvSpPr>
          <p:nvPr/>
        </p:nvSpPr>
        <p:spPr>
          <a:xfrm xmlns:a="http://schemas.openxmlformats.org/drawingml/2006/main">
            <a:off x="533400" y="198120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53749"/>
                </a:solidFill>
                <a:latin typeface="Fira Sans"/>
                <a:ea typeface="Fira Sans"/>
                <a:cs typeface="Fira Sans"/>
              </a:defRPr>
            </a:defPPr>
            <a:lvl1pPr algn="l">
              <a:defRPr sz="2100" b="1">
                <a:solidFill>
                  <a:srgbClr val="153749"/>
                </a:solidFill>
                <a:latin typeface="Fira Sans"/>
                <a:ea typeface="Fira Sans"/>
                <a:cs typeface="Fira Sans"/>
              </a:defRPr>
            </a:lvl1pPr>
            <a:lvl2pPr algn="l">
              <a:defRPr sz="2100" b="1">
                <a:solidFill>
                  <a:srgbClr val="153749"/>
                </a:solidFill>
                <a:latin typeface="Fira Sans"/>
                <a:ea typeface="Fira Sans"/>
                <a:cs typeface="Fira Sans"/>
              </a:defRPr>
            </a:lvl2pPr>
            <a:lvl3pPr algn="l">
              <a:defRPr sz="2100" b="1">
                <a:solidFill>
                  <a:srgbClr val="153749"/>
                </a:solidFill>
                <a:latin typeface="Fira Sans"/>
                <a:ea typeface="Fira Sans"/>
                <a:cs typeface="Fira Sans"/>
              </a:defRPr>
            </a:lvl3pPr>
            <a:lvl4pPr algn="l">
              <a:defRPr sz="2100" b="1">
                <a:solidFill>
                  <a:srgbClr val="153749"/>
                </a:solidFill>
                <a:latin typeface="Fira Sans"/>
                <a:ea typeface="Fira Sans"/>
                <a:cs typeface="Fira Sans"/>
              </a:defRPr>
            </a:lvl4pPr>
            <a:lvl5pPr algn="l">
              <a:defRPr sz="2100" b="1">
                <a:solidFill>
                  <a:srgbClr val="153749"/>
                </a:solidFill>
                <a:latin typeface="Fira Sans"/>
                <a:ea typeface="Fira Sans"/>
                <a:cs typeface="Fira Sans"/>
              </a:defRPr>
            </a:lvl5pPr>
            <a:lvl6pPr algn="l">
              <a:defRPr sz="2100" b="1">
                <a:solidFill>
                  <a:srgbClr val="153749"/>
                </a:solidFill>
                <a:latin typeface="Fira Sans"/>
                <a:ea typeface="Fira Sans"/>
                <a:cs typeface="Fira Sans"/>
              </a:defRPr>
            </a:lvl6pPr>
            <a:lvl7pPr algn="l">
              <a:defRPr sz="2100" b="1">
                <a:solidFill>
                  <a:srgbClr val="153749"/>
                </a:solidFill>
                <a:latin typeface="Fira Sans"/>
                <a:ea typeface="Fira Sans"/>
                <a:cs typeface="Fira Sans"/>
              </a:defRPr>
            </a:lvl7pPr>
            <a:lvl8pPr algn="l">
              <a:defRPr sz="2100" b="1">
                <a:solidFill>
                  <a:srgbClr val="153749"/>
                </a:solidFill>
                <a:latin typeface="Fira Sans"/>
                <a:ea typeface="Fira Sans"/>
                <a:cs typeface="Fira Sans"/>
              </a:defRPr>
            </a:lvl8pPr>
            <a:lvl9pPr algn="l">
              <a:defRPr sz="2100" b="1">
                <a:solidFill>
                  <a:srgbClr val="153749"/>
                </a:solidFill>
                <a:latin typeface="Fira Sans"/>
                <a:ea typeface="Fira Sans"/>
                <a:cs typeface="Fira Sans"/>
              </a:defRPr>
            </a:lvl9pPr>
          </a:lstStyle>
          <a:p xmlns:a="http://schemas.openxmlformats.org/drawingml/2006/main">
            <a:pPr algn="l">
              <a:defRPr sz="2100" b="1">
                <a:solidFill>
                  <a:srgbClr val="153749"/>
                </a:solidFill>
                <a:latin typeface="Fira Sans"/>
                <a:ea typeface="Fira Sans"/>
                <a:cs typeface="Fira Sans"/>
              </a:defRPr>
            </a:pPr>
            <a:r>
              <a:rPr sz="2100" b="1">
                <a:solidFill>
                  <a:srgbClr val="153749"/>
                </a:solidFill>
                <a:latin typeface="Fira Sans"/>
                <a:ea typeface="Fira Sans"/>
                <a:cs typeface="Fira Sans"/>
              </a:rPr>
              <a:t>Ortomosaico</a:t>
            </a:r>
          </a:p>
        </p:txBody>
      </p:sp>
      <p:sp>
        <p:nvSpPr>
          <p:cNvPr id="6" name="">
            <a:extLst xmlns:a="http://schemas.openxmlformats.org/drawingml/2006/main">
              <a:ext uri="{FF2B5EF4-FFF2-40B4-BE49-F238E27FC236}">
                <a16:creationId xmlns:a16="http://schemas.microsoft.com/office/drawing/2014/main" id="{C7B67DD2-9ECD-4212-AF3F-0677566B56FE}"/>
              </a:ext>
            </a:extLst>
          </p:cNvPr>
          <p:cNvSpPr>
            <a:spLocks xmlns:a="http://schemas.openxmlformats.org/drawingml/2006/main" noGrp="1"/>
          </p:cNvSpPr>
          <p:nvPr/>
        </p:nvSpPr>
        <p:spPr>
          <a:xfrm xmlns:a="http://schemas.openxmlformats.org/drawingml/2006/main">
            <a:off x="4143375" y="217170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3813">
            <a:solidFill>
              <a:srgbClr val="008F8A"/>
            </a:solidFill>
            <a:prstDash val="solid"/>
          </a:ln>
        </p:spPr>
      </p:sp>
      <p:sp>
        <p:nvSpPr>
          <p:cNvPr id="7" name="">
            <a:extLst xmlns:a="http://schemas.openxmlformats.org/drawingml/2006/main">
              <a:ext uri="{FF2B5EF4-FFF2-40B4-BE49-F238E27FC236}">
                <a16:creationId xmlns:a16="http://schemas.microsoft.com/office/drawing/2014/main" id="{54016982-2747-4A18-B272-955CCCF036A7}"/>
              </a:ext>
            </a:extLst>
          </p:cNvPr>
          <p:cNvSpPr>
            <a:spLocks xmlns:a="http://schemas.openxmlformats.org/drawingml/2006/main" noGrp="1"/>
          </p:cNvSpPr>
          <p:nvPr/>
        </p:nvSpPr>
        <p:spPr>
          <a:xfrm xmlns:a="http://schemas.openxmlformats.org/drawingml/2006/main">
            <a:off x="4724400" y="211455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8" name="GeoTIFF">
            <a:extLst xmlns:a="http://schemas.openxmlformats.org/drawingml/2006/main">
              <a:ext uri="{FF2B5EF4-FFF2-40B4-BE49-F238E27FC236}">
                <a16:creationId xmlns:a16="http://schemas.microsoft.com/office/drawing/2014/main" id="{622C39BB-231A-445A-9E54-1D861494310E}"/>
              </a:ext>
            </a:extLst>
          </p:cNvPr>
          <p:cNvSpPr>
            <a:spLocks xmlns:a="http://schemas.openxmlformats.org/drawingml/2006/main" noGrp="1"/>
          </p:cNvSpPr>
          <p:nvPr/>
        </p:nvSpPr>
        <p:spPr>
          <a:xfrm xmlns:a="http://schemas.openxmlformats.org/drawingml/2006/main">
            <a:off x="5181600" y="19812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8F8A"/>
                </a:solidFill>
                <a:latin typeface="Fira Sans"/>
                <a:ea typeface="Fira Sans"/>
                <a:cs typeface="Fira Sans"/>
              </a:defRPr>
            </a:defPPr>
            <a:lvl1pPr algn="l">
              <a:defRPr sz="2100" b="1">
                <a:solidFill>
                  <a:srgbClr val="008F8A"/>
                </a:solidFill>
                <a:latin typeface="Fira Sans"/>
                <a:ea typeface="Fira Sans"/>
                <a:cs typeface="Fira Sans"/>
              </a:defRPr>
            </a:lvl1pPr>
            <a:lvl2pPr algn="l">
              <a:defRPr sz="2100" b="1">
                <a:solidFill>
                  <a:srgbClr val="008F8A"/>
                </a:solidFill>
                <a:latin typeface="Fira Sans"/>
                <a:ea typeface="Fira Sans"/>
                <a:cs typeface="Fira Sans"/>
              </a:defRPr>
            </a:lvl2pPr>
            <a:lvl3pPr algn="l">
              <a:defRPr sz="2100" b="1">
                <a:solidFill>
                  <a:srgbClr val="008F8A"/>
                </a:solidFill>
                <a:latin typeface="Fira Sans"/>
                <a:ea typeface="Fira Sans"/>
                <a:cs typeface="Fira Sans"/>
              </a:defRPr>
            </a:lvl3pPr>
            <a:lvl4pPr algn="l">
              <a:defRPr sz="2100" b="1">
                <a:solidFill>
                  <a:srgbClr val="008F8A"/>
                </a:solidFill>
                <a:latin typeface="Fira Sans"/>
                <a:ea typeface="Fira Sans"/>
                <a:cs typeface="Fira Sans"/>
              </a:defRPr>
            </a:lvl4pPr>
            <a:lvl5pPr algn="l">
              <a:defRPr sz="2100" b="1">
                <a:solidFill>
                  <a:srgbClr val="008F8A"/>
                </a:solidFill>
                <a:latin typeface="Fira Sans"/>
                <a:ea typeface="Fira Sans"/>
                <a:cs typeface="Fira Sans"/>
              </a:defRPr>
            </a:lvl5pPr>
            <a:lvl6pPr algn="l">
              <a:defRPr sz="2100" b="1">
                <a:solidFill>
                  <a:srgbClr val="008F8A"/>
                </a:solidFill>
                <a:latin typeface="Fira Sans"/>
                <a:ea typeface="Fira Sans"/>
                <a:cs typeface="Fira Sans"/>
              </a:defRPr>
            </a:lvl6pPr>
            <a:lvl7pPr algn="l">
              <a:defRPr sz="2100" b="1">
                <a:solidFill>
                  <a:srgbClr val="008F8A"/>
                </a:solidFill>
                <a:latin typeface="Fira Sans"/>
                <a:ea typeface="Fira Sans"/>
                <a:cs typeface="Fira Sans"/>
              </a:defRPr>
            </a:lvl7pPr>
            <a:lvl8pPr algn="l">
              <a:defRPr sz="2100" b="1">
                <a:solidFill>
                  <a:srgbClr val="008F8A"/>
                </a:solidFill>
                <a:latin typeface="Fira Sans"/>
                <a:ea typeface="Fira Sans"/>
                <a:cs typeface="Fira Sans"/>
              </a:defRPr>
            </a:lvl8pPr>
            <a:lvl9pPr algn="l">
              <a:defRPr sz="2100" b="1">
                <a:solidFill>
                  <a:srgbClr val="008F8A"/>
                </a:solidFill>
                <a:latin typeface="Fira Sans"/>
                <a:ea typeface="Fira Sans"/>
                <a:cs typeface="Fira Sans"/>
              </a:defRPr>
            </a:lvl9pPr>
          </a:lstStyle>
          <a:p xmlns:a="http://schemas.openxmlformats.org/drawingml/2006/main">
            <a:pPr algn="l">
              <a:defRPr sz="2100" b="1">
                <a:solidFill>
                  <a:srgbClr val="008F8A"/>
                </a:solidFill>
                <a:latin typeface="Fira Sans"/>
                <a:ea typeface="Fira Sans"/>
                <a:cs typeface="Fira Sans"/>
              </a:defRPr>
            </a:pPr>
            <a:r>
              <a:rPr sz="2100" b="1">
                <a:solidFill>
                  <a:srgbClr val="008F8A"/>
                </a:solidFill>
                <a:latin typeface="Fira Sans"/>
                <a:ea typeface="Fira Sans"/>
                <a:cs typeface="Fira Sans"/>
              </a:rPr>
              <a:t>GeoTIFF</a:t>
            </a:r>
          </a:p>
        </p:txBody>
      </p:sp>
      <p:sp>
        <p:nvSpPr>
          <p:cNvPr id="9" name="">
            <a:extLst xmlns:a="http://schemas.openxmlformats.org/drawingml/2006/main">
              <a:ext uri="{FF2B5EF4-FFF2-40B4-BE49-F238E27FC236}">
                <a16:creationId xmlns:a16="http://schemas.microsoft.com/office/drawing/2014/main" id="{788A7952-24E8-48AA-8DF7-D14896B6CAAA}"/>
              </a:ext>
            </a:extLst>
          </p:cNvPr>
          <p:cNvSpPr>
            <a:spLocks xmlns:a="http://schemas.openxmlformats.org/drawingml/2006/main" noGrp="1"/>
          </p:cNvSpPr>
          <p:nvPr/>
        </p:nvSpPr>
        <p:spPr>
          <a:xfrm xmlns:a="http://schemas.openxmlformats.org/drawingml/2006/main">
            <a:off x="6981825" y="217170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23813">
            <a:solidFill>
              <a:srgbClr val="008F8A"/>
            </a:solidFill>
            <a:prstDash val="solid"/>
          </a:ln>
        </p:spPr>
      </p:sp>
      <p:sp>
        <p:nvSpPr>
          <p:cNvPr id="10" name="">
            <a:extLst xmlns:a="http://schemas.openxmlformats.org/drawingml/2006/main">
              <a:ext uri="{FF2B5EF4-FFF2-40B4-BE49-F238E27FC236}">
                <a16:creationId xmlns:a16="http://schemas.microsoft.com/office/drawing/2014/main" id="{065F2777-2F34-403D-A844-C23E5A25655D}"/>
              </a:ext>
            </a:extLst>
          </p:cNvPr>
          <p:cNvSpPr>
            <a:spLocks xmlns:a="http://schemas.openxmlformats.org/drawingml/2006/main" noGrp="1"/>
          </p:cNvSpPr>
          <p:nvPr/>
        </p:nvSpPr>
        <p:spPr>
          <a:xfrm xmlns:a="http://schemas.openxmlformats.org/drawingml/2006/main">
            <a:off x="7581900" y="211455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1" name="Cartografía en SIG">
            <a:extLst xmlns:a="http://schemas.openxmlformats.org/drawingml/2006/main">
              <a:ext uri="{FF2B5EF4-FFF2-40B4-BE49-F238E27FC236}">
                <a16:creationId xmlns:a16="http://schemas.microsoft.com/office/drawing/2014/main" id="{CA56F0C6-E48F-4BD8-A205-196F6949AD85}"/>
              </a:ext>
            </a:extLst>
          </p:cNvPr>
          <p:cNvSpPr>
            <a:spLocks xmlns:a="http://schemas.openxmlformats.org/drawingml/2006/main" noGrp="1"/>
          </p:cNvSpPr>
          <p:nvPr/>
        </p:nvSpPr>
        <p:spPr>
          <a:xfrm xmlns:a="http://schemas.openxmlformats.org/drawingml/2006/main">
            <a:off x="8048625" y="1981200"/>
            <a:ext cx="3524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3749"/>
                </a:solidFill>
                <a:latin typeface="Fira Sans"/>
                <a:ea typeface="Fira Sans"/>
                <a:cs typeface="Fira Sans"/>
              </a:defRPr>
            </a:defPPr>
            <a:lvl1pPr algn="l">
              <a:defRPr sz="1950" b="0">
                <a:solidFill>
                  <a:srgbClr val="153749"/>
                </a:solidFill>
                <a:latin typeface="Fira Sans"/>
                <a:ea typeface="Fira Sans"/>
                <a:cs typeface="Fira Sans"/>
              </a:defRPr>
            </a:lvl1pPr>
            <a:lvl2pPr algn="l">
              <a:defRPr sz="1950" b="0">
                <a:solidFill>
                  <a:srgbClr val="153749"/>
                </a:solidFill>
                <a:latin typeface="Fira Sans"/>
                <a:ea typeface="Fira Sans"/>
                <a:cs typeface="Fira Sans"/>
              </a:defRPr>
            </a:lvl2pPr>
            <a:lvl3pPr algn="l">
              <a:defRPr sz="1950" b="0">
                <a:solidFill>
                  <a:srgbClr val="153749"/>
                </a:solidFill>
                <a:latin typeface="Fira Sans"/>
                <a:ea typeface="Fira Sans"/>
                <a:cs typeface="Fira Sans"/>
              </a:defRPr>
            </a:lvl3pPr>
            <a:lvl4pPr algn="l">
              <a:defRPr sz="1950" b="0">
                <a:solidFill>
                  <a:srgbClr val="153749"/>
                </a:solidFill>
                <a:latin typeface="Fira Sans"/>
                <a:ea typeface="Fira Sans"/>
                <a:cs typeface="Fira Sans"/>
              </a:defRPr>
            </a:lvl4pPr>
            <a:lvl5pPr algn="l">
              <a:defRPr sz="1950" b="0">
                <a:solidFill>
                  <a:srgbClr val="153749"/>
                </a:solidFill>
                <a:latin typeface="Fira Sans"/>
                <a:ea typeface="Fira Sans"/>
                <a:cs typeface="Fira Sans"/>
              </a:defRPr>
            </a:lvl5pPr>
            <a:lvl6pPr algn="l">
              <a:defRPr sz="1950" b="0">
                <a:solidFill>
                  <a:srgbClr val="153749"/>
                </a:solidFill>
                <a:latin typeface="Fira Sans"/>
                <a:ea typeface="Fira Sans"/>
                <a:cs typeface="Fira Sans"/>
              </a:defRPr>
            </a:lvl6pPr>
            <a:lvl7pPr algn="l">
              <a:defRPr sz="1950" b="0">
                <a:solidFill>
                  <a:srgbClr val="153749"/>
                </a:solidFill>
                <a:latin typeface="Fira Sans"/>
                <a:ea typeface="Fira Sans"/>
                <a:cs typeface="Fira Sans"/>
              </a:defRPr>
            </a:lvl7pPr>
            <a:lvl8pPr algn="l">
              <a:defRPr sz="1950" b="0">
                <a:solidFill>
                  <a:srgbClr val="153749"/>
                </a:solidFill>
                <a:latin typeface="Fira Sans"/>
                <a:ea typeface="Fira Sans"/>
                <a:cs typeface="Fira Sans"/>
              </a:defRPr>
            </a:lvl8pPr>
            <a:lvl9pPr algn="l">
              <a:defRPr sz="1950" b="0">
                <a:solidFill>
                  <a:srgbClr val="153749"/>
                </a:solidFill>
                <a:latin typeface="Fira Sans"/>
                <a:ea typeface="Fira Sans"/>
                <a:cs typeface="Fira Sans"/>
              </a:defRPr>
            </a:lvl9pPr>
          </a:lstStyle>
          <a:p xmlns:a="http://schemas.openxmlformats.org/drawingml/2006/main">
            <a:pPr algn="l">
              <a:defRPr sz="1950" b="0">
                <a:solidFill>
                  <a:srgbClr val="153749"/>
                </a:solidFill>
                <a:latin typeface="Fira Sans"/>
                <a:ea typeface="Fira Sans"/>
                <a:cs typeface="Fira Sans"/>
              </a:defRPr>
            </a:pPr>
            <a:r>
              <a:rPr sz="1950" b="0">
                <a:solidFill>
                  <a:srgbClr val="153749"/>
                </a:solidFill>
                <a:latin typeface="Fira Sans"/>
                <a:ea typeface="Fira Sans"/>
                <a:cs typeface="Fira Sans"/>
              </a:rPr>
              <a:t>Cartografía en SIG</a:t>
            </a:r>
          </a:p>
        </p:txBody>
      </p:sp>
      <p:sp>
        <p:nvSpPr>
          <p:cNvPr id="12" name="">
            <a:extLst xmlns:a="http://schemas.openxmlformats.org/drawingml/2006/main">
              <a:ext uri="{FF2B5EF4-FFF2-40B4-BE49-F238E27FC236}">
                <a16:creationId xmlns:a16="http://schemas.microsoft.com/office/drawing/2014/main" id="{35E94044-43CF-4E66-8CAF-432E0893ABAC}"/>
              </a:ext>
            </a:extLst>
          </p:cNvPr>
          <p:cNvSpPr>
            <a:spLocks xmlns:a="http://schemas.openxmlformats.org/drawingml/2006/main" noGrp="1"/>
          </p:cNvSpPr>
          <p:nvPr/>
        </p:nvSpPr>
        <p:spPr>
          <a:xfrm xmlns:a="http://schemas.openxmlformats.org/drawingml/2006/main">
            <a:off x="533400" y="2705100"/>
            <a:ext cx="11125200" cy="9525"/>
          </a:xfrm>
          <a:custGeom xmlns:a="http://schemas.openxmlformats.org/drawingml/2006/main">
            <a:pathLst>
              <a:path w="11125200" h="9525">
                <a:moveTo>
                  <a:pt x="0" y="0"/>
                </a:moveTo>
                <a:lnTo>
                  <a:pt x="11125200" y="0"/>
                </a:lnTo>
              </a:path>
            </a:pathLst>
          </a:custGeom>
          <a:noFill xmlns:a="http://schemas.openxmlformats.org/drawingml/2006/main"/>
          <a:ln xmlns:a="http://schemas.openxmlformats.org/drawingml/2006/main" w="9525">
            <a:solidFill>
              <a:srgbClr val="D6E3E5"/>
            </a:solidFill>
            <a:prstDash val="solid"/>
          </a:ln>
        </p:spPr>
      </p:sp>
      <p:sp>
        <p:nvSpPr>
          <p:cNvPr id="13" name="Modelo de superficie">
            <a:extLst xmlns:a="http://schemas.openxmlformats.org/drawingml/2006/main">
              <a:ext uri="{FF2B5EF4-FFF2-40B4-BE49-F238E27FC236}">
                <a16:creationId xmlns:a16="http://schemas.microsoft.com/office/drawing/2014/main" id="{6B528D3B-AC23-499A-B60F-20DA390E4C9A}"/>
              </a:ext>
            </a:extLst>
          </p:cNvPr>
          <p:cNvSpPr>
            <a:spLocks xmlns:a="http://schemas.openxmlformats.org/drawingml/2006/main" noGrp="1"/>
          </p:cNvSpPr>
          <p:nvPr/>
        </p:nvSpPr>
        <p:spPr>
          <a:xfrm xmlns:a="http://schemas.openxmlformats.org/drawingml/2006/main">
            <a:off x="533400" y="29527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53749"/>
                </a:solidFill>
                <a:latin typeface="Fira Sans"/>
                <a:ea typeface="Fira Sans"/>
                <a:cs typeface="Fira Sans"/>
              </a:defRPr>
            </a:defPPr>
            <a:lvl1pPr algn="l">
              <a:defRPr sz="2100" b="1">
                <a:solidFill>
                  <a:srgbClr val="153749"/>
                </a:solidFill>
                <a:latin typeface="Fira Sans"/>
                <a:ea typeface="Fira Sans"/>
                <a:cs typeface="Fira Sans"/>
              </a:defRPr>
            </a:lvl1pPr>
            <a:lvl2pPr algn="l">
              <a:defRPr sz="2100" b="1">
                <a:solidFill>
                  <a:srgbClr val="153749"/>
                </a:solidFill>
                <a:latin typeface="Fira Sans"/>
                <a:ea typeface="Fira Sans"/>
                <a:cs typeface="Fira Sans"/>
              </a:defRPr>
            </a:lvl2pPr>
            <a:lvl3pPr algn="l">
              <a:defRPr sz="2100" b="1">
                <a:solidFill>
                  <a:srgbClr val="153749"/>
                </a:solidFill>
                <a:latin typeface="Fira Sans"/>
                <a:ea typeface="Fira Sans"/>
                <a:cs typeface="Fira Sans"/>
              </a:defRPr>
            </a:lvl3pPr>
            <a:lvl4pPr algn="l">
              <a:defRPr sz="2100" b="1">
                <a:solidFill>
                  <a:srgbClr val="153749"/>
                </a:solidFill>
                <a:latin typeface="Fira Sans"/>
                <a:ea typeface="Fira Sans"/>
                <a:cs typeface="Fira Sans"/>
              </a:defRPr>
            </a:lvl4pPr>
            <a:lvl5pPr algn="l">
              <a:defRPr sz="2100" b="1">
                <a:solidFill>
                  <a:srgbClr val="153749"/>
                </a:solidFill>
                <a:latin typeface="Fira Sans"/>
                <a:ea typeface="Fira Sans"/>
                <a:cs typeface="Fira Sans"/>
              </a:defRPr>
            </a:lvl5pPr>
            <a:lvl6pPr algn="l">
              <a:defRPr sz="2100" b="1">
                <a:solidFill>
                  <a:srgbClr val="153749"/>
                </a:solidFill>
                <a:latin typeface="Fira Sans"/>
                <a:ea typeface="Fira Sans"/>
                <a:cs typeface="Fira Sans"/>
              </a:defRPr>
            </a:lvl6pPr>
            <a:lvl7pPr algn="l">
              <a:defRPr sz="2100" b="1">
                <a:solidFill>
                  <a:srgbClr val="153749"/>
                </a:solidFill>
                <a:latin typeface="Fira Sans"/>
                <a:ea typeface="Fira Sans"/>
                <a:cs typeface="Fira Sans"/>
              </a:defRPr>
            </a:lvl7pPr>
            <a:lvl8pPr algn="l">
              <a:defRPr sz="2100" b="1">
                <a:solidFill>
                  <a:srgbClr val="153749"/>
                </a:solidFill>
                <a:latin typeface="Fira Sans"/>
                <a:ea typeface="Fira Sans"/>
                <a:cs typeface="Fira Sans"/>
              </a:defRPr>
            </a:lvl8pPr>
            <a:lvl9pPr algn="l">
              <a:defRPr sz="2100" b="1">
                <a:solidFill>
                  <a:srgbClr val="153749"/>
                </a:solidFill>
                <a:latin typeface="Fira Sans"/>
                <a:ea typeface="Fira Sans"/>
                <a:cs typeface="Fira Sans"/>
              </a:defRPr>
            </a:lvl9pPr>
          </a:lstStyle>
          <a:p xmlns:a="http://schemas.openxmlformats.org/drawingml/2006/main">
            <a:pPr algn="l">
              <a:defRPr sz="2100" b="1">
                <a:solidFill>
                  <a:srgbClr val="153749"/>
                </a:solidFill>
                <a:latin typeface="Fira Sans"/>
                <a:ea typeface="Fira Sans"/>
                <a:cs typeface="Fira Sans"/>
              </a:defRPr>
            </a:pPr>
            <a:r>
              <a:rPr sz="2100" b="1">
                <a:solidFill>
                  <a:srgbClr val="153749"/>
                </a:solidFill>
                <a:latin typeface="Fira Sans"/>
                <a:ea typeface="Fira Sans"/>
                <a:cs typeface="Fira Sans"/>
              </a:rPr>
              <a:t>Modelo de superficie</a:t>
            </a:r>
          </a:p>
        </p:txBody>
      </p:sp>
      <p:sp>
        <p:nvSpPr>
          <p:cNvPr id="14" name="">
            <a:extLst xmlns:a="http://schemas.openxmlformats.org/drawingml/2006/main">
              <a:ext uri="{FF2B5EF4-FFF2-40B4-BE49-F238E27FC236}">
                <a16:creationId xmlns:a16="http://schemas.microsoft.com/office/drawing/2014/main" id="{2E47BF43-6A3D-4D71-8BB4-076E78D8D600}"/>
              </a:ext>
            </a:extLst>
          </p:cNvPr>
          <p:cNvSpPr>
            <a:spLocks xmlns:a="http://schemas.openxmlformats.org/drawingml/2006/main" noGrp="1"/>
          </p:cNvSpPr>
          <p:nvPr/>
        </p:nvSpPr>
        <p:spPr>
          <a:xfrm xmlns:a="http://schemas.openxmlformats.org/drawingml/2006/main">
            <a:off x="4143375" y="314325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3813">
            <a:solidFill>
              <a:srgbClr val="008F8A"/>
            </a:solidFill>
            <a:prstDash val="solid"/>
          </a:ln>
        </p:spPr>
      </p:sp>
      <p:sp>
        <p:nvSpPr>
          <p:cNvPr id="15" name="">
            <a:extLst xmlns:a="http://schemas.openxmlformats.org/drawingml/2006/main">
              <a:ext uri="{FF2B5EF4-FFF2-40B4-BE49-F238E27FC236}">
                <a16:creationId xmlns:a16="http://schemas.microsoft.com/office/drawing/2014/main" id="{54133E73-7BD5-453B-B028-4F2475424D03}"/>
              </a:ext>
            </a:extLst>
          </p:cNvPr>
          <p:cNvSpPr>
            <a:spLocks xmlns:a="http://schemas.openxmlformats.org/drawingml/2006/main" noGrp="1"/>
          </p:cNvSpPr>
          <p:nvPr/>
        </p:nvSpPr>
        <p:spPr>
          <a:xfrm xmlns:a="http://schemas.openxmlformats.org/drawingml/2006/main">
            <a:off x="4724400" y="308610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6" name="GeoTIFF">
            <a:extLst xmlns:a="http://schemas.openxmlformats.org/drawingml/2006/main">
              <a:ext uri="{FF2B5EF4-FFF2-40B4-BE49-F238E27FC236}">
                <a16:creationId xmlns:a16="http://schemas.microsoft.com/office/drawing/2014/main" id="{579B41EF-5A2B-49E7-B155-A72792800618}"/>
              </a:ext>
            </a:extLst>
          </p:cNvPr>
          <p:cNvSpPr>
            <a:spLocks xmlns:a="http://schemas.openxmlformats.org/drawingml/2006/main" noGrp="1"/>
          </p:cNvSpPr>
          <p:nvPr/>
        </p:nvSpPr>
        <p:spPr>
          <a:xfrm xmlns:a="http://schemas.openxmlformats.org/drawingml/2006/main">
            <a:off x="5181600" y="29527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8F8A"/>
                </a:solidFill>
                <a:latin typeface="Fira Sans"/>
                <a:ea typeface="Fira Sans"/>
                <a:cs typeface="Fira Sans"/>
              </a:defRPr>
            </a:defPPr>
            <a:lvl1pPr algn="l">
              <a:defRPr sz="2100" b="1">
                <a:solidFill>
                  <a:srgbClr val="008F8A"/>
                </a:solidFill>
                <a:latin typeface="Fira Sans"/>
                <a:ea typeface="Fira Sans"/>
                <a:cs typeface="Fira Sans"/>
              </a:defRPr>
            </a:lvl1pPr>
            <a:lvl2pPr algn="l">
              <a:defRPr sz="2100" b="1">
                <a:solidFill>
                  <a:srgbClr val="008F8A"/>
                </a:solidFill>
                <a:latin typeface="Fira Sans"/>
                <a:ea typeface="Fira Sans"/>
                <a:cs typeface="Fira Sans"/>
              </a:defRPr>
            </a:lvl2pPr>
            <a:lvl3pPr algn="l">
              <a:defRPr sz="2100" b="1">
                <a:solidFill>
                  <a:srgbClr val="008F8A"/>
                </a:solidFill>
                <a:latin typeface="Fira Sans"/>
                <a:ea typeface="Fira Sans"/>
                <a:cs typeface="Fira Sans"/>
              </a:defRPr>
            </a:lvl3pPr>
            <a:lvl4pPr algn="l">
              <a:defRPr sz="2100" b="1">
                <a:solidFill>
                  <a:srgbClr val="008F8A"/>
                </a:solidFill>
                <a:latin typeface="Fira Sans"/>
                <a:ea typeface="Fira Sans"/>
                <a:cs typeface="Fira Sans"/>
              </a:defRPr>
            </a:lvl4pPr>
            <a:lvl5pPr algn="l">
              <a:defRPr sz="2100" b="1">
                <a:solidFill>
                  <a:srgbClr val="008F8A"/>
                </a:solidFill>
                <a:latin typeface="Fira Sans"/>
                <a:ea typeface="Fira Sans"/>
                <a:cs typeface="Fira Sans"/>
              </a:defRPr>
            </a:lvl5pPr>
            <a:lvl6pPr algn="l">
              <a:defRPr sz="2100" b="1">
                <a:solidFill>
                  <a:srgbClr val="008F8A"/>
                </a:solidFill>
                <a:latin typeface="Fira Sans"/>
                <a:ea typeface="Fira Sans"/>
                <a:cs typeface="Fira Sans"/>
              </a:defRPr>
            </a:lvl6pPr>
            <a:lvl7pPr algn="l">
              <a:defRPr sz="2100" b="1">
                <a:solidFill>
                  <a:srgbClr val="008F8A"/>
                </a:solidFill>
                <a:latin typeface="Fira Sans"/>
                <a:ea typeface="Fira Sans"/>
                <a:cs typeface="Fira Sans"/>
              </a:defRPr>
            </a:lvl7pPr>
            <a:lvl8pPr algn="l">
              <a:defRPr sz="2100" b="1">
                <a:solidFill>
                  <a:srgbClr val="008F8A"/>
                </a:solidFill>
                <a:latin typeface="Fira Sans"/>
                <a:ea typeface="Fira Sans"/>
                <a:cs typeface="Fira Sans"/>
              </a:defRPr>
            </a:lvl8pPr>
            <a:lvl9pPr algn="l">
              <a:defRPr sz="2100" b="1">
                <a:solidFill>
                  <a:srgbClr val="008F8A"/>
                </a:solidFill>
                <a:latin typeface="Fira Sans"/>
                <a:ea typeface="Fira Sans"/>
                <a:cs typeface="Fira Sans"/>
              </a:defRPr>
            </a:lvl9pPr>
          </a:lstStyle>
          <a:p xmlns:a="http://schemas.openxmlformats.org/drawingml/2006/main">
            <a:pPr algn="l">
              <a:defRPr sz="2100" b="1">
                <a:solidFill>
                  <a:srgbClr val="008F8A"/>
                </a:solidFill>
                <a:latin typeface="Fira Sans"/>
                <a:ea typeface="Fira Sans"/>
                <a:cs typeface="Fira Sans"/>
              </a:defRPr>
            </a:pPr>
            <a:r>
              <a:rPr sz="2100" b="1">
                <a:solidFill>
                  <a:srgbClr val="008F8A"/>
                </a:solidFill>
                <a:latin typeface="Fira Sans"/>
                <a:ea typeface="Fira Sans"/>
                <a:cs typeface="Fira Sans"/>
              </a:rPr>
              <a:t>GeoTIFF</a:t>
            </a:r>
          </a:p>
        </p:txBody>
      </p:sp>
      <p:sp>
        <p:nvSpPr>
          <p:cNvPr id="17" name="">
            <a:extLst xmlns:a="http://schemas.openxmlformats.org/drawingml/2006/main">
              <a:ext uri="{FF2B5EF4-FFF2-40B4-BE49-F238E27FC236}">
                <a16:creationId xmlns:a16="http://schemas.microsoft.com/office/drawing/2014/main" id="{C173F57F-12DB-4FE8-AF74-1AC7C0FEE0E1}"/>
              </a:ext>
            </a:extLst>
          </p:cNvPr>
          <p:cNvSpPr>
            <a:spLocks xmlns:a="http://schemas.openxmlformats.org/drawingml/2006/main" noGrp="1"/>
          </p:cNvSpPr>
          <p:nvPr/>
        </p:nvSpPr>
        <p:spPr>
          <a:xfrm xmlns:a="http://schemas.openxmlformats.org/drawingml/2006/main">
            <a:off x="6981825" y="31432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23813">
            <a:solidFill>
              <a:srgbClr val="008F8A"/>
            </a:solidFill>
            <a:prstDash val="solid"/>
          </a:ln>
        </p:spPr>
      </p:sp>
      <p:sp>
        <p:nvSpPr>
          <p:cNvPr id="18" name="">
            <a:extLst xmlns:a="http://schemas.openxmlformats.org/drawingml/2006/main">
              <a:ext uri="{FF2B5EF4-FFF2-40B4-BE49-F238E27FC236}">
                <a16:creationId xmlns:a16="http://schemas.microsoft.com/office/drawing/2014/main" id="{24431C70-0509-420C-A52C-DC38B1D17D1F}"/>
              </a:ext>
            </a:extLst>
          </p:cNvPr>
          <p:cNvSpPr>
            <a:spLocks xmlns:a="http://schemas.openxmlformats.org/drawingml/2006/main" noGrp="1"/>
          </p:cNvSpPr>
          <p:nvPr/>
        </p:nvSpPr>
        <p:spPr>
          <a:xfrm xmlns:a="http://schemas.openxmlformats.org/drawingml/2006/main">
            <a:off x="7581900" y="308610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9" name="Análisis de elevación">
            <a:extLst xmlns:a="http://schemas.openxmlformats.org/drawingml/2006/main">
              <a:ext uri="{FF2B5EF4-FFF2-40B4-BE49-F238E27FC236}">
                <a16:creationId xmlns:a16="http://schemas.microsoft.com/office/drawing/2014/main" id="{D5D0D26C-EB0D-4817-8F59-61E2FBF617F8}"/>
              </a:ext>
            </a:extLst>
          </p:cNvPr>
          <p:cNvSpPr>
            <a:spLocks xmlns:a="http://schemas.openxmlformats.org/drawingml/2006/main" noGrp="1"/>
          </p:cNvSpPr>
          <p:nvPr/>
        </p:nvSpPr>
        <p:spPr>
          <a:xfrm xmlns:a="http://schemas.openxmlformats.org/drawingml/2006/main">
            <a:off x="8048625" y="2952750"/>
            <a:ext cx="3524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3749"/>
                </a:solidFill>
                <a:latin typeface="Fira Sans"/>
                <a:ea typeface="Fira Sans"/>
                <a:cs typeface="Fira Sans"/>
              </a:defRPr>
            </a:defPPr>
            <a:lvl1pPr algn="l">
              <a:defRPr sz="1950" b="0">
                <a:solidFill>
                  <a:srgbClr val="153749"/>
                </a:solidFill>
                <a:latin typeface="Fira Sans"/>
                <a:ea typeface="Fira Sans"/>
                <a:cs typeface="Fira Sans"/>
              </a:defRPr>
            </a:lvl1pPr>
            <a:lvl2pPr algn="l">
              <a:defRPr sz="1950" b="0">
                <a:solidFill>
                  <a:srgbClr val="153749"/>
                </a:solidFill>
                <a:latin typeface="Fira Sans"/>
                <a:ea typeface="Fira Sans"/>
                <a:cs typeface="Fira Sans"/>
              </a:defRPr>
            </a:lvl2pPr>
            <a:lvl3pPr algn="l">
              <a:defRPr sz="1950" b="0">
                <a:solidFill>
                  <a:srgbClr val="153749"/>
                </a:solidFill>
                <a:latin typeface="Fira Sans"/>
                <a:ea typeface="Fira Sans"/>
                <a:cs typeface="Fira Sans"/>
              </a:defRPr>
            </a:lvl3pPr>
            <a:lvl4pPr algn="l">
              <a:defRPr sz="1950" b="0">
                <a:solidFill>
                  <a:srgbClr val="153749"/>
                </a:solidFill>
                <a:latin typeface="Fira Sans"/>
                <a:ea typeface="Fira Sans"/>
                <a:cs typeface="Fira Sans"/>
              </a:defRPr>
            </a:lvl4pPr>
            <a:lvl5pPr algn="l">
              <a:defRPr sz="1950" b="0">
                <a:solidFill>
                  <a:srgbClr val="153749"/>
                </a:solidFill>
                <a:latin typeface="Fira Sans"/>
                <a:ea typeface="Fira Sans"/>
                <a:cs typeface="Fira Sans"/>
              </a:defRPr>
            </a:lvl5pPr>
            <a:lvl6pPr algn="l">
              <a:defRPr sz="1950" b="0">
                <a:solidFill>
                  <a:srgbClr val="153749"/>
                </a:solidFill>
                <a:latin typeface="Fira Sans"/>
                <a:ea typeface="Fira Sans"/>
                <a:cs typeface="Fira Sans"/>
              </a:defRPr>
            </a:lvl6pPr>
            <a:lvl7pPr algn="l">
              <a:defRPr sz="1950" b="0">
                <a:solidFill>
                  <a:srgbClr val="153749"/>
                </a:solidFill>
                <a:latin typeface="Fira Sans"/>
                <a:ea typeface="Fira Sans"/>
                <a:cs typeface="Fira Sans"/>
              </a:defRPr>
            </a:lvl7pPr>
            <a:lvl8pPr algn="l">
              <a:defRPr sz="1950" b="0">
                <a:solidFill>
                  <a:srgbClr val="153749"/>
                </a:solidFill>
                <a:latin typeface="Fira Sans"/>
                <a:ea typeface="Fira Sans"/>
                <a:cs typeface="Fira Sans"/>
              </a:defRPr>
            </a:lvl8pPr>
            <a:lvl9pPr algn="l">
              <a:defRPr sz="1950" b="0">
                <a:solidFill>
                  <a:srgbClr val="153749"/>
                </a:solidFill>
                <a:latin typeface="Fira Sans"/>
                <a:ea typeface="Fira Sans"/>
                <a:cs typeface="Fira Sans"/>
              </a:defRPr>
            </a:lvl9pPr>
          </a:lstStyle>
          <a:p xmlns:a="http://schemas.openxmlformats.org/drawingml/2006/main">
            <a:pPr algn="l">
              <a:defRPr sz="1950" b="0">
                <a:solidFill>
                  <a:srgbClr val="153749"/>
                </a:solidFill>
                <a:latin typeface="Fira Sans"/>
                <a:ea typeface="Fira Sans"/>
                <a:cs typeface="Fira Sans"/>
              </a:defRPr>
            </a:pPr>
            <a:r>
              <a:rPr sz="1950" b="0">
                <a:solidFill>
                  <a:srgbClr val="153749"/>
                </a:solidFill>
                <a:latin typeface="Fira Sans"/>
                <a:ea typeface="Fira Sans"/>
                <a:cs typeface="Fira Sans"/>
              </a:rPr>
              <a:t>Análisis de elevación</a:t>
            </a:r>
          </a:p>
        </p:txBody>
      </p:sp>
      <p:sp>
        <p:nvSpPr>
          <p:cNvPr id="20" name="">
            <a:extLst xmlns:a="http://schemas.openxmlformats.org/drawingml/2006/main">
              <a:ext uri="{FF2B5EF4-FFF2-40B4-BE49-F238E27FC236}">
                <a16:creationId xmlns:a16="http://schemas.microsoft.com/office/drawing/2014/main" id="{45958994-F0F1-4C34-8D49-92F06B5A7F53}"/>
              </a:ext>
            </a:extLst>
          </p:cNvPr>
          <p:cNvSpPr>
            <a:spLocks xmlns:a="http://schemas.openxmlformats.org/drawingml/2006/main" noGrp="1"/>
          </p:cNvSpPr>
          <p:nvPr/>
        </p:nvSpPr>
        <p:spPr>
          <a:xfrm xmlns:a="http://schemas.openxmlformats.org/drawingml/2006/main">
            <a:off x="533400" y="3676650"/>
            <a:ext cx="11125200" cy="9525"/>
          </a:xfrm>
          <a:custGeom xmlns:a="http://schemas.openxmlformats.org/drawingml/2006/main">
            <a:pathLst>
              <a:path w="11125200" h="9525">
                <a:moveTo>
                  <a:pt x="0" y="0"/>
                </a:moveTo>
                <a:lnTo>
                  <a:pt x="11125200" y="0"/>
                </a:lnTo>
              </a:path>
            </a:pathLst>
          </a:custGeom>
          <a:noFill xmlns:a="http://schemas.openxmlformats.org/drawingml/2006/main"/>
          <a:ln xmlns:a="http://schemas.openxmlformats.org/drawingml/2006/main" w="9525">
            <a:solidFill>
              <a:srgbClr val="D6E3E5"/>
            </a:solidFill>
            <a:prstDash val="solid"/>
          </a:ln>
        </p:spPr>
      </p:sp>
      <p:sp>
        <p:nvSpPr>
          <p:cNvPr id="21" name="Nube de puntos">
            <a:extLst xmlns:a="http://schemas.openxmlformats.org/drawingml/2006/main">
              <a:ext uri="{FF2B5EF4-FFF2-40B4-BE49-F238E27FC236}">
                <a16:creationId xmlns:a16="http://schemas.microsoft.com/office/drawing/2014/main" id="{617FB2BE-EBA0-4803-BBA5-13A7824654F6}"/>
              </a:ext>
            </a:extLst>
          </p:cNvPr>
          <p:cNvSpPr>
            <a:spLocks xmlns:a="http://schemas.openxmlformats.org/drawingml/2006/main" noGrp="1"/>
          </p:cNvSpPr>
          <p:nvPr/>
        </p:nvSpPr>
        <p:spPr>
          <a:xfrm xmlns:a="http://schemas.openxmlformats.org/drawingml/2006/main">
            <a:off x="533400" y="392430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53749"/>
                </a:solidFill>
                <a:latin typeface="Fira Sans"/>
                <a:ea typeface="Fira Sans"/>
                <a:cs typeface="Fira Sans"/>
              </a:defRPr>
            </a:defPPr>
            <a:lvl1pPr algn="l">
              <a:defRPr sz="2100" b="1">
                <a:solidFill>
                  <a:srgbClr val="153749"/>
                </a:solidFill>
                <a:latin typeface="Fira Sans"/>
                <a:ea typeface="Fira Sans"/>
                <a:cs typeface="Fira Sans"/>
              </a:defRPr>
            </a:lvl1pPr>
            <a:lvl2pPr algn="l">
              <a:defRPr sz="2100" b="1">
                <a:solidFill>
                  <a:srgbClr val="153749"/>
                </a:solidFill>
                <a:latin typeface="Fira Sans"/>
                <a:ea typeface="Fira Sans"/>
                <a:cs typeface="Fira Sans"/>
              </a:defRPr>
            </a:lvl2pPr>
            <a:lvl3pPr algn="l">
              <a:defRPr sz="2100" b="1">
                <a:solidFill>
                  <a:srgbClr val="153749"/>
                </a:solidFill>
                <a:latin typeface="Fira Sans"/>
                <a:ea typeface="Fira Sans"/>
                <a:cs typeface="Fira Sans"/>
              </a:defRPr>
            </a:lvl3pPr>
            <a:lvl4pPr algn="l">
              <a:defRPr sz="2100" b="1">
                <a:solidFill>
                  <a:srgbClr val="153749"/>
                </a:solidFill>
                <a:latin typeface="Fira Sans"/>
                <a:ea typeface="Fira Sans"/>
                <a:cs typeface="Fira Sans"/>
              </a:defRPr>
            </a:lvl4pPr>
            <a:lvl5pPr algn="l">
              <a:defRPr sz="2100" b="1">
                <a:solidFill>
                  <a:srgbClr val="153749"/>
                </a:solidFill>
                <a:latin typeface="Fira Sans"/>
                <a:ea typeface="Fira Sans"/>
                <a:cs typeface="Fira Sans"/>
              </a:defRPr>
            </a:lvl5pPr>
            <a:lvl6pPr algn="l">
              <a:defRPr sz="2100" b="1">
                <a:solidFill>
                  <a:srgbClr val="153749"/>
                </a:solidFill>
                <a:latin typeface="Fira Sans"/>
                <a:ea typeface="Fira Sans"/>
                <a:cs typeface="Fira Sans"/>
              </a:defRPr>
            </a:lvl6pPr>
            <a:lvl7pPr algn="l">
              <a:defRPr sz="2100" b="1">
                <a:solidFill>
                  <a:srgbClr val="153749"/>
                </a:solidFill>
                <a:latin typeface="Fira Sans"/>
                <a:ea typeface="Fira Sans"/>
                <a:cs typeface="Fira Sans"/>
              </a:defRPr>
            </a:lvl7pPr>
            <a:lvl8pPr algn="l">
              <a:defRPr sz="2100" b="1">
                <a:solidFill>
                  <a:srgbClr val="153749"/>
                </a:solidFill>
                <a:latin typeface="Fira Sans"/>
                <a:ea typeface="Fira Sans"/>
                <a:cs typeface="Fira Sans"/>
              </a:defRPr>
            </a:lvl8pPr>
            <a:lvl9pPr algn="l">
              <a:defRPr sz="2100" b="1">
                <a:solidFill>
                  <a:srgbClr val="153749"/>
                </a:solidFill>
                <a:latin typeface="Fira Sans"/>
                <a:ea typeface="Fira Sans"/>
                <a:cs typeface="Fira Sans"/>
              </a:defRPr>
            </a:lvl9pPr>
          </a:lstStyle>
          <a:p xmlns:a="http://schemas.openxmlformats.org/drawingml/2006/main">
            <a:pPr algn="l">
              <a:defRPr sz="2100" b="1">
                <a:solidFill>
                  <a:srgbClr val="153749"/>
                </a:solidFill>
                <a:latin typeface="Fira Sans"/>
                <a:ea typeface="Fira Sans"/>
                <a:cs typeface="Fira Sans"/>
              </a:defRPr>
            </a:pPr>
            <a:r>
              <a:rPr sz="2100" b="1">
                <a:solidFill>
                  <a:srgbClr val="153749"/>
                </a:solidFill>
                <a:latin typeface="Fira Sans"/>
                <a:ea typeface="Fira Sans"/>
                <a:cs typeface="Fira Sans"/>
              </a:rPr>
              <a:t>Nube de puntos</a:t>
            </a:r>
          </a:p>
        </p:txBody>
      </p:sp>
      <p:sp>
        <p:nvSpPr>
          <p:cNvPr id="22" name="">
            <a:extLst xmlns:a="http://schemas.openxmlformats.org/drawingml/2006/main">
              <a:ext uri="{FF2B5EF4-FFF2-40B4-BE49-F238E27FC236}">
                <a16:creationId xmlns:a16="http://schemas.microsoft.com/office/drawing/2014/main" id="{80D2866F-ED93-45B0-AAA3-88CD2A31155A}"/>
              </a:ext>
            </a:extLst>
          </p:cNvPr>
          <p:cNvSpPr>
            <a:spLocks xmlns:a="http://schemas.openxmlformats.org/drawingml/2006/main" noGrp="1"/>
          </p:cNvSpPr>
          <p:nvPr/>
        </p:nvSpPr>
        <p:spPr>
          <a:xfrm xmlns:a="http://schemas.openxmlformats.org/drawingml/2006/main">
            <a:off x="4143375" y="4114800"/>
            <a:ext cx="666750" cy="9525"/>
          </a:xfrm>
          <a:custGeom xmlns:a="http://schemas.openxmlformats.org/drawingml/2006/main">
            <a:pathLst>
              <a:path w="666750" h="9525">
                <a:moveTo>
                  <a:pt x="0" y="0"/>
                </a:moveTo>
                <a:lnTo>
                  <a:pt x="666750" y="0"/>
                </a:lnTo>
              </a:path>
            </a:pathLst>
          </a:custGeom>
          <a:noFill xmlns:a="http://schemas.openxmlformats.org/drawingml/2006/main"/>
          <a:ln xmlns:a="http://schemas.openxmlformats.org/drawingml/2006/main" w="23813">
            <a:solidFill>
              <a:srgbClr val="008F8A"/>
            </a:solidFill>
            <a:prstDash val="solid"/>
          </a:ln>
        </p:spPr>
      </p:sp>
      <p:sp>
        <p:nvSpPr>
          <p:cNvPr id="23" name="">
            <a:extLst xmlns:a="http://schemas.openxmlformats.org/drawingml/2006/main">
              <a:ext uri="{FF2B5EF4-FFF2-40B4-BE49-F238E27FC236}">
                <a16:creationId xmlns:a16="http://schemas.microsoft.com/office/drawing/2014/main" id="{D7D31EBD-4FEC-48AD-94A7-CCFD73AAB6EA}"/>
              </a:ext>
            </a:extLst>
          </p:cNvPr>
          <p:cNvSpPr>
            <a:spLocks xmlns:a="http://schemas.openxmlformats.org/drawingml/2006/main" noGrp="1"/>
          </p:cNvSpPr>
          <p:nvPr/>
        </p:nvSpPr>
        <p:spPr>
          <a:xfrm xmlns:a="http://schemas.openxmlformats.org/drawingml/2006/main">
            <a:off x="4724400" y="405765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24" name="LAZ">
            <a:extLst xmlns:a="http://schemas.openxmlformats.org/drawingml/2006/main">
              <a:ext uri="{FF2B5EF4-FFF2-40B4-BE49-F238E27FC236}">
                <a16:creationId xmlns:a16="http://schemas.microsoft.com/office/drawing/2014/main" id="{7814DC56-6D3D-4407-B337-A1B96C331799}"/>
              </a:ext>
            </a:extLst>
          </p:cNvPr>
          <p:cNvSpPr>
            <a:spLocks xmlns:a="http://schemas.openxmlformats.org/drawingml/2006/main" noGrp="1"/>
          </p:cNvSpPr>
          <p:nvPr/>
        </p:nvSpPr>
        <p:spPr>
          <a:xfrm xmlns:a="http://schemas.openxmlformats.org/drawingml/2006/main">
            <a:off x="5181600" y="39243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8F8A"/>
                </a:solidFill>
                <a:latin typeface="Fira Sans"/>
                <a:ea typeface="Fira Sans"/>
                <a:cs typeface="Fira Sans"/>
              </a:defRPr>
            </a:defPPr>
            <a:lvl1pPr algn="l">
              <a:defRPr sz="2100" b="1">
                <a:solidFill>
                  <a:srgbClr val="008F8A"/>
                </a:solidFill>
                <a:latin typeface="Fira Sans"/>
                <a:ea typeface="Fira Sans"/>
                <a:cs typeface="Fira Sans"/>
              </a:defRPr>
            </a:lvl1pPr>
            <a:lvl2pPr algn="l">
              <a:defRPr sz="2100" b="1">
                <a:solidFill>
                  <a:srgbClr val="008F8A"/>
                </a:solidFill>
                <a:latin typeface="Fira Sans"/>
                <a:ea typeface="Fira Sans"/>
                <a:cs typeface="Fira Sans"/>
              </a:defRPr>
            </a:lvl2pPr>
            <a:lvl3pPr algn="l">
              <a:defRPr sz="2100" b="1">
                <a:solidFill>
                  <a:srgbClr val="008F8A"/>
                </a:solidFill>
                <a:latin typeface="Fira Sans"/>
                <a:ea typeface="Fira Sans"/>
                <a:cs typeface="Fira Sans"/>
              </a:defRPr>
            </a:lvl3pPr>
            <a:lvl4pPr algn="l">
              <a:defRPr sz="2100" b="1">
                <a:solidFill>
                  <a:srgbClr val="008F8A"/>
                </a:solidFill>
                <a:latin typeface="Fira Sans"/>
                <a:ea typeface="Fira Sans"/>
                <a:cs typeface="Fira Sans"/>
              </a:defRPr>
            </a:lvl4pPr>
            <a:lvl5pPr algn="l">
              <a:defRPr sz="2100" b="1">
                <a:solidFill>
                  <a:srgbClr val="008F8A"/>
                </a:solidFill>
                <a:latin typeface="Fira Sans"/>
                <a:ea typeface="Fira Sans"/>
                <a:cs typeface="Fira Sans"/>
              </a:defRPr>
            </a:lvl5pPr>
            <a:lvl6pPr algn="l">
              <a:defRPr sz="2100" b="1">
                <a:solidFill>
                  <a:srgbClr val="008F8A"/>
                </a:solidFill>
                <a:latin typeface="Fira Sans"/>
                <a:ea typeface="Fira Sans"/>
                <a:cs typeface="Fira Sans"/>
              </a:defRPr>
            </a:lvl6pPr>
            <a:lvl7pPr algn="l">
              <a:defRPr sz="2100" b="1">
                <a:solidFill>
                  <a:srgbClr val="008F8A"/>
                </a:solidFill>
                <a:latin typeface="Fira Sans"/>
                <a:ea typeface="Fira Sans"/>
                <a:cs typeface="Fira Sans"/>
              </a:defRPr>
            </a:lvl7pPr>
            <a:lvl8pPr algn="l">
              <a:defRPr sz="2100" b="1">
                <a:solidFill>
                  <a:srgbClr val="008F8A"/>
                </a:solidFill>
                <a:latin typeface="Fira Sans"/>
                <a:ea typeface="Fira Sans"/>
                <a:cs typeface="Fira Sans"/>
              </a:defRPr>
            </a:lvl8pPr>
            <a:lvl9pPr algn="l">
              <a:defRPr sz="2100" b="1">
                <a:solidFill>
                  <a:srgbClr val="008F8A"/>
                </a:solidFill>
                <a:latin typeface="Fira Sans"/>
                <a:ea typeface="Fira Sans"/>
                <a:cs typeface="Fira Sans"/>
              </a:defRPr>
            </a:lvl9pPr>
          </a:lstStyle>
          <a:p xmlns:a="http://schemas.openxmlformats.org/drawingml/2006/main">
            <a:pPr algn="l">
              <a:defRPr sz="2100" b="1">
                <a:solidFill>
                  <a:srgbClr val="008F8A"/>
                </a:solidFill>
                <a:latin typeface="Fira Sans"/>
                <a:ea typeface="Fira Sans"/>
                <a:cs typeface="Fira Sans"/>
              </a:defRPr>
            </a:pPr>
            <a:r>
              <a:rPr sz="2100" b="1">
                <a:solidFill>
                  <a:srgbClr val="008F8A"/>
                </a:solidFill>
                <a:latin typeface="Fira Sans"/>
                <a:ea typeface="Fira Sans"/>
                <a:cs typeface="Fira Sans"/>
              </a:rPr>
              <a:t>LAZ</a:t>
            </a:r>
          </a:p>
        </p:txBody>
      </p:sp>
      <p:sp>
        <p:nvSpPr>
          <p:cNvPr id="25" name="">
            <a:extLst xmlns:a="http://schemas.openxmlformats.org/drawingml/2006/main">
              <a:ext uri="{FF2B5EF4-FFF2-40B4-BE49-F238E27FC236}">
                <a16:creationId xmlns:a16="http://schemas.microsoft.com/office/drawing/2014/main" id="{DF99D9DF-D10E-427C-9BCB-115D06A53D7A}"/>
              </a:ext>
            </a:extLst>
          </p:cNvPr>
          <p:cNvSpPr>
            <a:spLocks xmlns:a="http://schemas.openxmlformats.org/drawingml/2006/main" noGrp="1"/>
          </p:cNvSpPr>
          <p:nvPr/>
        </p:nvSpPr>
        <p:spPr>
          <a:xfrm xmlns:a="http://schemas.openxmlformats.org/drawingml/2006/main">
            <a:off x="6981825" y="411480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23813">
            <a:solidFill>
              <a:srgbClr val="008F8A"/>
            </a:solidFill>
            <a:prstDash val="solid"/>
          </a:ln>
        </p:spPr>
      </p:sp>
      <p:sp>
        <p:nvSpPr>
          <p:cNvPr id="26" name="">
            <a:extLst xmlns:a="http://schemas.openxmlformats.org/drawingml/2006/main">
              <a:ext uri="{FF2B5EF4-FFF2-40B4-BE49-F238E27FC236}">
                <a16:creationId xmlns:a16="http://schemas.microsoft.com/office/drawing/2014/main" id="{4BDC206F-AC6D-48BC-B41D-D453B353FB07}"/>
              </a:ext>
            </a:extLst>
          </p:cNvPr>
          <p:cNvSpPr>
            <a:spLocks xmlns:a="http://schemas.openxmlformats.org/drawingml/2006/main" noGrp="1"/>
          </p:cNvSpPr>
          <p:nvPr/>
        </p:nvSpPr>
        <p:spPr>
          <a:xfrm xmlns:a="http://schemas.openxmlformats.org/drawingml/2006/main">
            <a:off x="7581900" y="405765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27" name="Geometría 3D en SIG / CAD">
            <a:extLst xmlns:a="http://schemas.openxmlformats.org/drawingml/2006/main">
              <a:ext uri="{FF2B5EF4-FFF2-40B4-BE49-F238E27FC236}">
                <a16:creationId xmlns:a16="http://schemas.microsoft.com/office/drawing/2014/main" id="{C95F2290-24D3-4895-86E4-592BF4CE4211}"/>
              </a:ext>
            </a:extLst>
          </p:cNvPr>
          <p:cNvSpPr>
            <a:spLocks xmlns:a="http://schemas.openxmlformats.org/drawingml/2006/main" noGrp="1"/>
          </p:cNvSpPr>
          <p:nvPr/>
        </p:nvSpPr>
        <p:spPr>
          <a:xfrm xmlns:a="http://schemas.openxmlformats.org/drawingml/2006/main">
            <a:off x="8048625" y="3924300"/>
            <a:ext cx="3524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3749"/>
                </a:solidFill>
                <a:latin typeface="Fira Sans"/>
                <a:ea typeface="Fira Sans"/>
                <a:cs typeface="Fira Sans"/>
              </a:defRPr>
            </a:defPPr>
            <a:lvl1pPr algn="l">
              <a:defRPr sz="1950" b="0">
                <a:solidFill>
                  <a:srgbClr val="153749"/>
                </a:solidFill>
                <a:latin typeface="Fira Sans"/>
                <a:ea typeface="Fira Sans"/>
                <a:cs typeface="Fira Sans"/>
              </a:defRPr>
            </a:lvl1pPr>
            <a:lvl2pPr algn="l">
              <a:defRPr sz="1950" b="0">
                <a:solidFill>
                  <a:srgbClr val="153749"/>
                </a:solidFill>
                <a:latin typeface="Fira Sans"/>
                <a:ea typeface="Fira Sans"/>
                <a:cs typeface="Fira Sans"/>
              </a:defRPr>
            </a:lvl2pPr>
            <a:lvl3pPr algn="l">
              <a:defRPr sz="1950" b="0">
                <a:solidFill>
                  <a:srgbClr val="153749"/>
                </a:solidFill>
                <a:latin typeface="Fira Sans"/>
                <a:ea typeface="Fira Sans"/>
                <a:cs typeface="Fira Sans"/>
              </a:defRPr>
            </a:lvl3pPr>
            <a:lvl4pPr algn="l">
              <a:defRPr sz="1950" b="0">
                <a:solidFill>
                  <a:srgbClr val="153749"/>
                </a:solidFill>
                <a:latin typeface="Fira Sans"/>
                <a:ea typeface="Fira Sans"/>
                <a:cs typeface="Fira Sans"/>
              </a:defRPr>
            </a:lvl4pPr>
            <a:lvl5pPr algn="l">
              <a:defRPr sz="1950" b="0">
                <a:solidFill>
                  <a:srgbClr val="153749"/>
                </a:solidFill>
                <a:latin typeface="Fira Sans"/>
                <a:ea typeface="Fira Sans"/>
                <a:cs typeface="Fira Sans"/>
              </a:defRPr>
            </a:lvl5pPr>
            <a:lvl6pPr algn="l">
              <a:defRPr sz="1950" b="0">
                <a:solidFill>
                  <a:srgbClr val="153749"/>
                </a:solidFill>
                <a:latin typeface="Fira Sans"/>
                <a:ea typeface="Fira Sans"/>
                <a:cs typeface="Fira Sans"/>
              </a:defRPr>
            </a:lvl6pPr>
            <a:lvl7pPr algn="l">
              <a:defRPr sz="1950" b="0">
                <a:solidFill>
                  <a:srgbClr val="153749"/>
                </a:solidFill>
                <a:latin typeface="Fira Sans"/>
                <a:ea typeface="Fira Sans"/>
                <a:cs typeface="Fira Sans"/>
              </a:defRPr>
            </a:lvl7pPr>
            <a:lvl8pPr algn="l">
              <a:defRPr sz="1950" b="0">
                <a:solidFill>
                  <a:srgbClr val="153749"/>
                </a:solidFill>
                <a:latin typeface="Fira Sans"/>
                <a:ea typeface="Fira Sans"/>
                <a:cs typeface="Fira Sans"/>
              </a:defRPr>
            </a:lvl8pPr>
            <a:lvl9pPr algn="l">
              <a:defRPr sz="1950" b="0">
                <a:solidFill>
                  <a:srgbClr val="153749"/>
                </a:solidFill>
                <a:latin typeface="Fira Sans"/>
                <a:ea typeface="Fira Sans"/>
                <a:cs typeface="Fira Sans"/>
              </a:defRPr>
            </a:lvl9pPr>
          </a:lstStyle>
          <a:p xmlns:a="http://schemas.openxmlformats.org/drawingml/2006/main">
            <a:pPr algn="l">
              <a:defRPr sz="1950" b="0">
                <a:solidFill>
                  <a:srgbClr val="153749"/>
                </a:solidFill>
                <a:latin typeface="Fira Sans"/>
                <a:ea typeface="Fira Sans"/>
                <a:cs typeface="Fira Sans"/>
              </a:defRPr>
            </a:pPr>
            <a:r>
              <a:rPr sz="1950" b="0">
                <a:solidFill>
                  <a:srgbClr val="153749"/>
                </a:solidFill>
                <a:latin typeface="Fira Sans"/>
                <a:ea typeface="Fira Sans"/>
                <a:cs typeface="Fira Sans"/>
              </a:rPr>
              <a:t>Geometría 3D en SIG / CAD</a:t>
            </a:r>
          </a:p>
        </p:txBody>
      </p:sp>
      <p:sp>
        <p:nvSpPr>
          <p:cNvPr id="28" name="">
            <a:extLst xmlns:a="http://schemas.openxmlformats.org/drawingml/2006/main">
              <a:ext uri="{FF2B5EF4-FFF2-40B4-BE49-F238E27FC236}">
                <a16:creationId xmlns:a16="http://schemas.microsoft.com/office/drawing/2014/main" id="{B1E1F222-3701-4DBE-9F5D-5978C84E5D67}"/>
              </a:ext>
            </a:extLst>
          </p:cNvPr>
          <p:cNvSpPr>
            <a:spLocks xmlns:a="http://schemas.openxmlformats.org/drawingml/2006/main" noGrp="1"/>
          </p:cNvSpPr>
          <p:nvPr/>
        </p:nvSpPr>
        <p:spPr>
          <a:xfrm xmlns:a="http://schemas.openxmlformats.org/drawingml/2006/main">
            <a:off x="533400" y="4648200"/>
            <a:ext cx="11125200" cy="9525"/>
          </a:xfrm>
          <a:custGeom xmlns:a="http://schemas.openxmlformats.org/drawingml/2006/main">
            <a:pathLst>
              <a:path w="11125200" h="9525">
                <a:moveTo>
                  <a:pt x="0" y="0"/>
                </a:moveTo>
                <a:lnTo>
                  <a:pt x="11125200" y="0"/>
                </a:lnTo>
              </a:path>
            </a:pathLst>
          </a:custGeom>
          <a:noFill xmlns:a="http://schemas.openxmlformats.org/drawingml/2006/main"/>
          <a:ln xmlns:a="http://schemas.openxmlformats.org/drawingml/2006/main" w="9525">
            <a:solidFill>
              <a:srgbClr val="D6E3E5"/>
            </a:solidFill>
            <a:prstDash val="solid"/>
          </a:ln>
        </p:spPr>
      </p:sp>
      <p:sp>
        <p:nvSpPr>
          <p:cNvPr id="29" name="">
            <a:extLst xmlns:a="http://schemas.openxmlformats.org/drawingml/2006/main">
              <a:ext uri="{FF2B5EF4-FFF2-40B4-BE49-F238E27FC236}">
                <a16:creationId xmlns:a16="http://schemas.microsoft.com/office/drawing/2014/main" id="{FDF04639-E542-4BA9-B244-47F8737E983F}"/>
              </a:ext>
            </a:extLst>
          </p:cNvPr>
          <p:cNvSpPr>
            <a:spLocks xmlns:a="http://schemas.openxmlformats.org/drawingml/2006/main" noGrp="1"/>
          </p:cNvSpPr>
          <p:nvPr/>
        </p:nvSpPr>
        <p:spPr>
          <a:xfrm xmlns:a="http://schemas.openxmlformats.org/drawingml/2006/main">
            <a:off x="533400" y="5267325"/>
            <a:ext cx="11125200" cy="590550"/>
          </a:xfrm>
          <a:prstGeom xmlns:a="http://schemas.openxmlformats.org/drawingml/2006/main" prst="rect">
            <a:avLst/>
          </a:prstGeom>
          <a:solidFill xmlns:a="http://schemas.openxmlformats.org/drawingml/2006/main">
            <a:srgbClr val="EDF4F4"/>
          </a:solidFill>
          <a:ln xmlns:a="http://schemas.openxmlformats.org/drawingml/2006/main" w="0">
            <a:noFill/>
            <a:prstDash val="solid"/>
          </a:ln>
        </p:spPr>
      </p:sp>
      <p:sp>
        <p:nvSpPr>
          <p:cNvPr id="30" name="NDVI y NDRE requieren las bandas multiespectrales correspond">
            <a:extLst xmlns:a="http://schemas.openxmlformats.org/drawingml/2006/main">
              <a:ext uri="{FF2B5EF4-FFF2-40B4-BE49-F238E27FC236}">
                <a16:creationId xmlns:a16="http://schemas.microsoft.com/office/drawing/2014/main" id="{C31628CE-8804-41FB-91FB-E4282FDA57E3}"/>
              </a:ext>
            </a:extLst>
          </p:cNvPr>
          <p:cNvSpPr>
            <a:spLocks xmlns:a="http://schemas.openxmlformats.org/drawingml/2006/main" noGrp="1"/>
          </p:cNvSpPr>
          <p:nvPr/>
        </p:nvSpPr>
        <p:spPr>
          <a:xfrm xmlns:a="http://schemas.openxmlformats.org/drawingml/2006/main">
            <a:off x="733425" y="54197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53749"/>
                </a:solidFill>
                <a:latin typeface="Fira Sans"/>
                <a:ea typeface="Fira Sans"/>
                <a:cs typeface="Fira Sans"/>
              </a:defRPr>
            </a:defPPr>
            <a:lvl1pPr algn="l">
              <a:defRPr sz="1875" b="0">
                <a:solidFill>
                  <a:srgbClr val="153749"/>
                </a:solidFill>
                <a:latin typeface="Fira Sans"/>
                <a:ea typeface="Fira Sans"/>
                <a:cs typeface="Fira Sans"/>
              </a:defRPr>
            </a:lvl1pPr>
            <a:lvl2pPr algn="l">
              <a:defRPr sz="1875" b="0">
                <a:solidFill>
                  <a:srgbClr val="153749"/>
                </a:solidFill>
                <a:latin typeface="Fira Sans"/>
                <a:ea typeface="Fira Sans"/>
                <a:cs typeface="Fira Sans"/>
              </a:defRPr>
            </a:lvl2pPr>
            <a:lvl3pPr algn="l">
              <a:defRPr sz="1875" b="0">
                <a:solidFill>
                  <a:srgbClr val="153749"/>
                </a:solidFill>
                <a:latin typeface="Fira Sans"/>
                <a:ea typeface="Fira Sans"/>
                <a:cs typeface="Fira Sans"/>
              </a:defRPr>
            </a:lvl3pPr>
            <a:lvl4pPr algn="l">
              <a:defRPr sz="1875" b="0">
                <a:solidFill>
                  <a:srgbClr val="153749"/>
                </a:solidFill>
                <a:latin typeface="Fira Sans"/>
                <a:ea typeface="Fira Sans"/>
                <a:cs typeface="Fira Sans"/>
              </a:defRPr>
            </a:lvl4pPr>
            <a:lvl5pPr algn="l">
              <a:defRPr sz="1875" b="0">
                <a:solidFill>
                  <a:srgbClr val="153749"/>
                </a:solidFill>
                <a:latin typeface="Fira Sans"/>
                <a:ea typeface="Fira Sans"/>
                <a:cs typeface="Fira Sans"/>
              </a:defRPr>
            </a:lvl5pPr>
            <a:lvl6pPr algn="l">
              <a:defRPr sz="1875" b="0">
                <a:solidFill>
                  <a:srgbClr val="153749"/>
                </a:solidFill>
                <a:latin typeface="Fira Sans"/>
                <a:ea typeface="Fira Sans"/>
                <a:cs typeface="Fira Sans"/>
              </a:defRPr>
            </a:lvl6pPr>
            <a:lvl7pPr algn="l">
              <a:defRPr sz="1875" b="0">
                <a:solidFill>
                  <a:srgbClr val="153749"/>
                </a:solidFill>
                <a:latin typeface="Fira Sans"/>
                <a:ea typeface="Fira Sans"/>
                <a:cs typeface="Fira Sans"/>
              </a:defRPr>
            </a:lvl7pPr>
            <a:lvl8pPr algn="l">
              <a:defRPr sz="1875" b="0">
                <a:solidFill>
                  <a:srgbClr val="153749"/>
                </a:solidFill>
                <a:latin typeface="Fira Sans"/>
                <a:ea typeface="Fira Sans"/>
                <a:cs typeface="Fira Sans"/>
              </a:defRPr>
            </a:lvl8pPr>
            <a:lvl9pPr algn="l">
              <a:defRPr sz="1875" b="0">
                <a:solidFill>
                  <a:srgbClr val="153749"/>
                </a:solidFill>
                <a:latin typeface="Fira Sans"/>
                <a:ea typeface="Fira Sans"/>
                <a:cs typeface="Fira Sans"/>
              </a:defRPr>
            </a:lvl9pPr>
          </a:lstStyle>
          <a:p xmlns:a="http://schemas.openxmlformats.org/drawingml/2006/main">
            <a:pPr algn="l">
              <a:defRPr sz="1875" b="0">
                <a:solidFill>
                  <a:srgbClr val="153749"/>
                </a:solidFill>
                <a:latin typeface="Fira Sans"/>
                <a:ea typeface="Fira Sans"/>
                <a:cs typeface="Fira Sans"/>
              </a:defRPr>
            </a:pPr>
            <a:r>
              <a:rPr sz="1875" b="0">
                <a:solidFill>
                  <a:srgbClr val="153749"/>
                </a:solidFill>
                <a:latin typeface="Fira Sans"/>
                <a:ea typeface="Fira Sans"/>
                <a:cs typeface="Fira Sans"/>
              </a:rPr>
              <a:t>NDVI y NDRE requieren las bandas multiespectrales correspondientes.</a:t>
            </a:r>
          </a:p>
        </p:txBody>
      </p:sp>
      <p:sp>
        <p:nvSpPr>
          <p:cNvPr id="31" name="Esquema de intercambio. Conservar sistema de coordenadas, un">
            <a:extLst xmlns:a="http://schemas.openxmlformats.org/drawingml/2006/main">
              <a:ext uri="{FF2B5EF4-FFF2-40B4-BE49-F238E27FC236}">
                <a16:creationId xmlns:a16="http://schemas.microsoft.com/office/drawing/2014/main" id="{DA52080A-B57D-4E03-A6C3-BB1DA15F68B1}"/>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Esquema de intercambio. Conservar sistema de coordenadas, unidades y procedencia.</a:t>
            </a:r>
          </a:p>
        </p:txBody>
      </p:sp>
    </p:spTree>
    <p:extLst>
      <p:ext uri="{BB962C8B-B14F-4D97-AF65-F5344CB8AC3E}">
        <p14:creationId xmlns:p14="http://schemas.microsoft.com/office/powerpoint/2010/main" val="6162377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IX4Dfields: análisis del lote">
            <a:extLst xmlns:a="http://schemas.openxmlformats.org/drawingml/2006/main">
              <a:ext uri="{FF2B5EF4-FFF2-40B4-BE49-F238E27FC236}">
                <a16:creationId xmlns:a16="http://schemas.microsoft.com/office/drawing/2014/main" id="{0D4FFDE2-72E2-4282-83A8-6C3EBCC1B3FA}"/>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PIX4Dfields: análisis del lote</a:t>
            </a:r>
          </a:p>
        </p:txBody>
      </p:sp>
      <p:pic>
        <p:nvPicPr>
          <p:cNvPr id="2" name="">
            <a:extLst xmlns:a="http://schemas.openxmlformats.org/drawingml/2006/main">
              <a:ext uri="{FF2B5EF4-FFF2-40B4-BE49-F238E27FC236}">
                <a16:creationId xmlns:a16="http://schemas.microsoft.com/office/drawing/2014/main" id="{5E51E941-3C09-4553-828A-E978B685B4BC}"/>
              </a:ext>
            </a:extLst>
          </p:cNvPr>
          <p:cNvPicPr>
            <a:picLocks xmlns:a="http://schemas.openxmlformats.org/drawingml/2006/main" noChangeAspect="1"/>
          </p:cNvPicPr>
          <p:nvPr/>
        </p:nvPicPr>
        <p:blipFill>
          <a:blip xmlns:r="http://schemas.openxmlformats.org/officeDocument/2006/relationships" xmlns:a="http://schemas.openxmlformats.org/drawingml/2006/main" r:embed="R9f1743757e044b72"/>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28730860-F57A-492B-B956-57730A0C8332}"/>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2">
            <a:extLst xmlns:a="http://schemas.openxmlformats.org/drawingml/2006/main">
              <a:ext uri="{FF2B5EF4-FFF2-40B4-BE49-F238E27FC236}">
                <a16:creationId xmlns:a16="http://schemas.microsoft.com/office/drawing/2014/main" id="{11E873B3-DFA0-46E0-BCDE-A455DE947736}"/>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12</a:t>
            </a:r>
          </a:p>
        </p:txBody>
      </p:sp>
      <p:pic>
        <p:nvPicPr>
          <p:cNvPr id="5" name="">
            <a:extLst xmlns:a="http://schemas.openxmlformats.org/drawingml/2006/main">
              <a:ext uri="{FF2B5EF4-FFF2-40B4-BE49-F238E27FC236}">
                <a16:creationId xmlns:a16="http://schemas.microsoft.com/office/drawing/2014/main" id="{6195E305-A82E-46FA-AA46-1580CFBCE428}"/>
              </a:ext>
            </a:extLst>
          </p:cNvPr>
          <p:cNvPicPr>
            <a:picLocks xmlns:a="http://schemas.openxmlformats.org/drawingml/2006/main" noChangeAspect="1"/>
          </p:cNvPicPr>
          <p:nvPr/>
        </p:nvPicPr>
        <p:blipFill>
          <a:blip xmlns:r="http://schemas.openxmlformats.org/officeDocument/2006/relationships" xmlns:a="http://schemas.openxmlformats.org/drawingml/2006/main" r:embed="R38c38de39b32457b"/>
          <a:stretch xmlns:a="http://schemas.openxmlformats.org/drawingml/2006/main"/>
        </p:blipFill>
        <p:spPr>
          <a:xfrm xmlns:a="http://schemas.openxmlformats.org/drawingml/2006/main">
            <a:off x="1525379" y="1809750"/>
            <a:ext cx="6112292" cy="3981450"/>
          </a:xfrm>
          <a:prstGeom xmlns:a="http://schemas.openxmlformats.org/drawingml/2006/main" prst="rect">
            <a:avLst/>
          </a:prstGeom>
        </p:spPr>
      </p:pic>
      <p:sp>
        <p:nvSpPr>
          <p:cNvPr id="6" name="Unidades de manejo">
            <a:extLst xmlns:a="http://schemas.openxmlformats.org/drawingml/2006/main">
              <a:ext uri="{FF2B5EF4-FFF2-40B4-BE49-F238E27FC236}">
                <a16:creationId xmlns:a16="http://schemas.microsoft.com/office/drawing/2014/main" id="{2929CBFF-1F5A-44A4-827C-EA3198A9A289}"/>
              </a:ext>
            </a:extLst>
          </p:cNvPr>
          <p:cNvSpPr>
            <a:spLocks xmlns:a="http://schemas.openxmlformats.org/drawingml/2006/main" noGrp="1"/>
          </p:cNvSpPr>
          <p:nvPr/>
        </p:nvSpPr>
        <p:spPr>
          <a:xfrm xmlns:a="http://schemas.openxmlformats.org/drawingml/2006/main">
            <a:off x="8991600" y="197167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Unidades de manejo</a:t>
            </a:r>
          </a:p>
        </p:txBody>
      </p:sp>
      <p:sp>
        <p:nvSpPr>
          <p:cNvPr id="7" name="Límites del campo&#10;y parcelas.">
            <a:extLst xmlns:a="http://schemas.openxmlformats.org/drawingml/2006/main">
              <a:ext uri="{FF2B5EF4-FFF2-40B4-BE49-F238E27FC236}">
                <a16:creationId xmlns:a16="http://schemas.microsoft.com/office/drawing/2014/main" id="{EABF4978-A995-44A9-9A0D-844C47506690}"/>
              </a:ext>
            </a:extLst>
          </p:cNvPr>
          <p:cNvSpPr>
            <a:spLocks xmlns:a="http://schemas.openxmlformats.org/drawingml/2006/main" noGrp="1"/>
          </p:cNvSpPr>
          <p:nvPr/>
        </p:nvSpPr>
        <p:spPr>
          <a:xfrm xmlns:a="http://schemas.openxmlformats.org/drawingml/2006/main">
            <a:off x="8991600" y="2390775"/>
            <a:ext cx="2667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Límites del campo</a:t>
            </a:r>
          </a:p>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y parcelas.</a:t>
            </a:r>
          </a:p>
        </p:txBody>
      </p:sp>
      <p:sp>
        <p:nvSpPr>
          <p:cNvPr id="8" name="Capas">
            <a:extLst xmlns:a="http://schemas.openxmlformats.org/drawingml/2006/main">
              <a:ext uri="{FF2B5EF4-FFF2-40B4-BE49-F238E27FC236}">
                <a16:creationId xmlns:a16="http://schemas.microsoft.com/office/drawing/2014/main" id="{B85E12BD-9FFA-475A-B7DE-3B5D05EF11BF}"/>
              </a:ext>
            </a:extLst>
          </p:cNvPr>
          <p:cNvSpPr>
            <a:spLocks xmlns:a="http://schemas.openxmlformats.org/drawingml/2006/main" noGrp="1"/>
          </p:cNvSpPr>
          <p:nvPr/>
        </p:nvSpPr>
        <p:spPr>
          <a:xfrm xmlns:a="http://schemas.openxmlformats.org/drawingml/2006/main">
            <a:off x="8991600" y="3476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Capas</a:t>
            </a:r>
          </a:p>
        </p:txBody>
      </p:sp>
      <p:sp>
        <p:nvSpPr>
          <p:cNvPr id="9" name="Ortomosaico, índices&#10;y estadísticas.">
            <a:extLst xmlns:a="http://schemas.openxmlformats.org/drawingml/2006/main">
              <a:ext uri="{FF2B5EF4-FFF2-40B4-BE49-F238E27FC236}">
                <a16:creationId xmlns:a16="http://schemas.microsoft.com/office/drawing/2014/main" id="{F2EEF11D-6FC8-4F70-91D4-9CE064791FF4}"/>
              </a:ext>
            </a:extLst>
          </p:cNvPr>
          <p:cNvSpPr>
            <a:spLocks xmlns:a="http://schemas.openxmlformats.org/drawingml/2006/main" noGrp="1"/>
          </p:cNvSpPr>
          <p:nvPr/>
        </p:nvSpPr>
        <p:spPr>
          <a:xfrm xmlns:a="http://schemas.openxmlformats.org/drawingml/2006/main">
            <a:off x="8991600" y="3895725"/>
            <a:ext cx="266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Ortomosaico, índices</a:t>
            </a:r>
          </a:p>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y estadísticas.</a:t>
            </a:r>
          </a:p>
        </p:txBody>
      </p:sp>
      <p:sp>
        <p:nvSpPr>
          <p:cNvPr id="10" name="Captura oficial de estadísticas. Courtesy of PIX4D / pix4d.c">
            <a:extLst xmlns:a="http://schemas.openxmlformats.org/drawingml/2006/main">
              <a:ext uri="{FF2B5EF4-FFF2-40B4-BE49-F238E27FC236}">
                <a16:creationId xmlns:a16="http://schemas.microsoft.com/office/drawing/2014/main" id="{8A61EFCB-9645-474E-A95E-C83F2B95D1CC}"/>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hlinkClick xmlns:ns0="http://schemas.openxmlformats.org/officeDocument/2006/relationships" ns0:id="rIdPix4DCredit"/>
              </a:rPr>
              <a:t>Captura oficial de estadísticas. Courtesy of PIX4D / pix4d.com</a:t>
            </a:r>
          </a:p>
        </p:txBody>
      </p:sp>
    </p:spTree>
    <p:extLst>
      <p:ext uri="{BB962C8B-B14F-4D97-AF65-F5344CB8AC3E}">
        <p14:creationId xmlns:p14="http://schemas.microsoft.com/office/powerpoint/2010/main" val="2133787711"/>
      </p:ext>
    </p:extLst>
  </p:cSld>
</p:sld>
</file>

<file path=ppt/slides/slide13.xml><?xml version="1.0" encoding="utf-8"?>
<p:sld xmlns:p="http://schemas.openxmlformats.org/presentationml/2006/main">
  <p:cSld>
    <p:bg>
      <p:bgPr>
        <a:solidFill xmlns:a="http://schemas.openxmlformats.org/drawingml/2006/main">
          <a:srgbClr val="153749"/>
        </a:solidFill>
      </p:bgPr>
    </p:bg>
    <p:spTree>
      <p:nvGrpSpPr>
        <p:cNvPr id="1" name=""/>
        <p:cNvGrpSpPr/>
        <p:nvPr/>
      </p:nvGrpSpPr>
      <p:grpSpPr>
        <a:xfrm xmlns:a="http://schemas.openxmlformats.org/drawingml/2006/main"/>
      </p:grpSpPr>
      <p:sp>
        <p:nvSpPr>
          <p:cNvPr id="20" name="NDVI y NDRE">
            <a:extLst xmlns:a="http://schemas.openxmlformats.org/drawingml/2006/main">
              <a:ext uri="{FF2B5EF4-FFF2-40B4-BE49-F238E27FC236}">
                <a16:creationId xmlns:a16="http://schemas.microsoft.com/office/drawing/2014/main" id="{DD7148B6-0F8D-44D0-B7FC-75DFCC9FE31F}"/>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Fira Sans"/>
                <a:ea typeface="Fira Sans"/>
                <a:cs typeface="Fira Sans"/>
              </a:defRPr>
            </a:defPPr>
            <a:lvl1pPr algn="l">
              <a:defRPr sz="3300" b="1">
                <a:solidFill>
                  <a:srgbClr val="FFFFFF"/>
                </a:solidFill>
                <a:latin typeface="Fira Sans"/>
                <a:ea typeface="Fira Sans"/>
                <a:cs typeface="Fira Sans"/>
              </a:defRPr>
            </a:lvl1pPr>
            <a:lvl2pPr algn="l">
              <a:defRPr sz="3300" b="1">
                <a:solidFill>
                  <a:srgbClr val="FFFFFF"/>
                </a:solidFill>
                <a:latin typeface="Fira Sans"/>
                <a:ea typeface="Fira Sans"/>
                <a:cs typeface="Fira Sans"/>
              </a:defRPr>
            </a:lvl2pPr>
            <a:lvl3pPr algn="l">
              <a:defRPr sz="3300" b="1">
                <a:solidFill>
                  <a:srgbClr val="FFFFFF"/>
                </a:solidFill>
                <a:latin typeface="Fira Sans"/>
                <a:ea typeface="Fira Sans"/>
                <a:cs typeface="Fira Sans"/>
              </a:defRPr>
            </a:lvl3pPr>
            <a:lvl4pPr algn="l">
              <a:defRPr sz="3300" b="1">
                <a:solidFill>
                  <a:srgbClr val="FFFFFF"/>
                </a:solidFill>
                <a:latin typeface="Fira Sans"/>
                <a:ea typeface="Fira Sans"/>
                <a:cs typeface="Fira Sans"/>
              </a:defRPr>
            </a:lvl4pPr>
            <a:lvl5pPr algn="l">
              <a:defRPr sz="3300" b="1">
                <a:solidFill>
                  <a:srgbClr val="FFFFFF"/>
                </a:solidFill>
                <a:latin typeface="Fira Sans"/>
                <a:ea typeface="Fira Sans"/>
                <a:cs typeface="Fira Sans"/>
              </a:defRPr>
            </a:lvl5pPr>
            <a:lvl6pPr algn="l">
              <a:defRPr sz="3300" b="1">
                <a:solidFill>
                  <a:srgbClr val="FFFFFF"/>
                </a:solidFill>
                <a:latin typeface="Fira Sans"/>
                <a:ea typeface="Fira Sans"/>
                <a:cs typeface="Fira Sans"/>
              </a:defRPr>
            </a:lvl6pPr>
            <a:lvl7pPr algn="l">
              <a:defRPr sz="3300" b="1">
                <a:solidFill>
                  <a:srgbClr val="FFFFFF"/>
                </a:solidFill>
                <a:latin typeface="Fira Sans"/>
                <a:ea typeface="Fira Sans"/>
                <a:cs typeface="Fira Sans"/>
              </a:defRPr>
            </a:lvl7pPr>
            <a:lvl8pPr algn="l">
              <a:defRPr sz="3300" b="1">
                <a:solidFill>
                  <a:srgbClr val="FFFFFF"/>
                </a:solidFill>
                <a:latin typeface="Fira Sans"/>
                <a:ea typeface="Fira Sans"/>
                <a:cs typeface="Fira Sans"/>
              </a:defRPr>
            </a:lvl8pPr>
            <a:lvl9pPr algn="l">
              <a:defRPr sz="3300" b="1">
                <a:solidFill>
                  <a:srgbClr val="FFFFFF"/>
                </a:solidFill>
                <a:latin typeface="Fira Sans"/>
                <a:ea typeface="Fira Sans"/>
                <a:cs typeface="Fira Sans"/>
              </a:defRPr>
            </a:lvl9pPr>
          </a:lstStyle>
          <a:p xmlns:a="http://schemas.openxmlformats.org/drawingml/2006/main">
            <a:pPr algn="l">
              <a:defRPr sz="3300" b="1">
                <a:solidFill>
                  <a:srgbClr val="FFFFFF"/>
                </a:solidFill>
                <a:latin typeface="Fira Sans"/>
                <a:ea typeface="Fira Sans"/>
                <a:cs typeface="Fira Sans"/>
              </a:defRPr>
            </a:pPr>
            <a:r>
              <a:rPr sz="3300" b="1">
                <a:solidFill>
                  <a:srgbClr val="FFFFFF"/>
                </a:solidFill>
                <a:latin typeface="Fira Sans"/>
                <a:ea typeface="Fira Sans"/>
                <a:cs typeface="Fira Sans"/>
              </a:rPr>
              <a:t>NDVI y NDRE</a:t>
            </a:r>
          </a:p>
        </p:txBody>
      </p:sp>
      <p:pic>
        <p:nvPicPr>
          <p:cNvPr id="2" name="">
            <a:extLst xmlns:a="http://schemas.openxmlformats.org/drawingml/2006/main">
              <a:ext uri="{FF2B5EF4-FFF2-40B4-BE49-F238E27FC236}">
                <a16:creationId xmlns:a16="http://schemas.microsoft.com/office/drawing/2014/main" id="{9574C2A6-A8DE-4DDB-9D25-82625DF7E8F8}"/>
              </a:ext>
            </a:extLst>
          </p:cNvPr>
          <p:cNvPicPr>
            <a:picLocks xmlns:a="http://schemas.openxmlformats.org/drawingml/2006/main" noChangeAspect="1"/>
          </p:cNvPicPr>
          <p:nvPr/>
        </p:nvPicPr>
        <p:blipFill>
          <a:blip xmlns:r="http://schemas.openxmlformats.org/officeDocument/2006/relationships" xmlns:a="http://schemas.openxmlformats.org/drawingml/2006/main" r:embed="R4bb0853d458f4f4e"/>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F7D049D4-4502-446C-A6F3-08825470FFFF}"/>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2D7"/>
                </a:solidFill>
                <a:latin typeface="Fira Sans"/>
                <a:ea typeface="Fira Sans"/>
                <a:cs typeface="Fira Sans"/>
              </a:defRPr>
            </a:defPPr>
            <a:lvl1pPr algn="l">
              <a:defRPr sz="975" b="0">
                <a:solidFill>
                  <a:srgbClr val="BED2D7"/>
                </a:solidFill>
                <a:latin typeface="Fira Sans"/>
                <a:ea typeface="Fira Sans"/>
                <a:cs typeface="Fira Sans"/>
              </a:defRPr>
            </a:lvl1pPr>
            <a:lvl2pPr algn="l">
              <a:defRPr sz="975" b="0">
                <a:solidFill>
                  <a:srgbClr val="BED2D7"/>
                </a:solidFill>
                <a:latin typeface="Fira Sans"/>
                <a:ea typeface="Fira Sans"/>
                <a:cs typeface="Fira Sans"/>
              </a:defRPr>
            </a:lvl2pPr>
            <a:lvl3pPr algn="l">
              <a:defRPr sz="975" b="0">
                <a:solidFill>
                  <a:srgbClr val="BED2D7"/>
                </a:solidFill>
                <a:latin typeface="Fira Sans"/>
                <a:ea typeface="Fira Sans"/>
                <a:cs typeface="Fira Sans"/>
              </a:defRPr>
            </a:lvl3pPr>
            <a:lvl4pPr algn="l">
              <a:defRPr sz="975" b="0">
                <a:solidFill>
                  <a:srgbClr val="BED2D7"/>
                </a:solidFill>
                <a:latin typeface="Fira Sans"/>
                <a:ea typeface="Fira Sans"/>
                <a:cs typeface="Fira Sans"/>
              </a:defRPr>
            </a:lvl4pPr>
            <a:lvl5pPr algn="l">
              <a:defRPr sz="975" b="0">
                <a:solidFill>
                  <a:srgbClr val="BED2D7"/>
                </a:solidFill>
                <a:latin typeface="Fira Sans"/>
                <a:ea typeface="Fira Sans"/>
                <a:cs typeface="Fira Sans"/>
              </a:defRPr>
            </a:lvl5pPr>
            <a:lvl6pPr algn="l">
              <a:defRPr sz="975" b="0">
                <a:solidFill>
                  <a:srgbClr val="BED2D7"/>
                </a:solidFill>
                <a:latin typeface="Fira Sans"/>
                <a:ea typeface="Fira Sans"/>
                <a:cs typeface="Fira Sans"/>
              </a:defRPr>
            </a:lvl6pPr>
            <a:lvl7pPr algn="l">
              <a:defRPr sz="975" b="0">
                <a:solidFill>
                  <a:srgbClr val="BED2D7"/>
                </a:solidFill>
                <a:latin typeface="Fira Sans"/>
                <a:ea typeface="Fira Sans"/>
                <a:cs typeface="Fira Sans"/>
              </a:defRPr>
            </a:lvl7pPr>
            <a:lvl8pPr algn="l">
              <a:defRPr sz="975" b="0">
                <a:solidFill>
                  <a:srgbClr val="BED2D7"/>
                </a:solidFill>
                <a:latin typeface="Fira Sans"/>
                <a:ea typeface="Fira Sans"/>
                <a:cs typeface="Fira Sans"/>
              </a:defRPr>
            </a:lvl8pPr>
            <a:lvl9pPr algn="l">
              <a:defRPr sz="975" b="0">
                <a:solidFill>
                  <a:srgbClr val="BED2D7"/>
                </a:solidFill>
                <a:latin typeface="Fira Sans"/>
                <a:ea typeface="Fira Sans"/>
                <a:cs typeface="Fira Sans"/>
              </a:defRPr>
            </a:lvl9pPr>
          </a:lstStyle>
          <a:p xmlns:a="http://schemas.openxmlformats.org/drawingml/2006/main">
            <a:pPr algn="l">
              <a:defRPr sz="975" b="0">
                <a:solidFill>
                  <a:srgbClr val="BED2D7"/>
                </a:solidFill>
                <a:latin typeface="Fira Sans"/>
                <a:ea typeface="Fira Sans"/>
                <a:cs typeface="Fira Sans"/>
              </a:defRPr>
            </a:pPr>
            <a:r>
              <a:rPr sz="975" b="0">
                <a:solidFill>
                  <a:srgbClr val="BED2D7"/>
                </a:solidFill>
                <a:latin typeface="Fira Sans"/>
                <a:ea typeface="Fira Sans"/>
                <a:cs typeface="Fira Sans"/>
              </a:rPr>
              <a:t>UTN · Administración Agroindustrial</a:t>
            </a:r>
          </a:p>
        </p:txBody>
      </p:sp>
      <p:sp>
        <p:nvSpPr>
          <p:cNvPr id="4" name="13">
            <a:extLst xmlns:a="http://schemas.openxmlformats.org/drawingml/2006/main">
              <a:ext uri="{FF2B5EF4-FFF2-40B4-BE49-F238E27FC236}">
                <a16:creationId xmlns:a16="http://schemas.microsoft.com/office/drawing/2014/main" id="{51D961A8-837E-4D9A-8BB9-837563900259}"/>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8FD5CA"/>
                </a:solidFill>
                <a:latin typeface="Fira Sans"/>
                <a:ea typeface="Fira Sans"/>
                <a:cs typeface="Fira Sans"/>
              </a:defRPr>
            </a:defPPr>
            <a:lvl1pPr algn="l">
              <a:defRPr sz="1500" b="1">
                <a:solidFill>
                  <a:srgbClr val="8FD5CA"/>
                </a:solidFill>
                <a:latin typeface="Fira Sans"/>
                <a:ea typeface="Fira Sans"/>
                <a:cs typeface="Fira Sans"/>
              </a:defRPr>
            </a:lvl1pPr>
            <a:lvl2pPr algn="l">
              <a:defRPr sz="1500" b="1">
                <a:solidFill>
                  <a:srgbClr val="8FD5CA"/>
                </a:solidFill>
                <a:latin typeface="Fira Sans"/>
                <a:ea typeface="Fira Sans"/>
                <a:cs typeface="Fira Sans"/>
              </a:defRPr>
            </a:lvl2pPr>
            <a:lvl3pPr algn="l">
              <a:defRPr sz="1500" b="1">
                <a:solidFill>
                  <a:srgbClr val="8FD5CA"/>
                </a:solidFill>
                <a:latin typeface="Fira Sans"/>
                <a:ea typeface="Fira Sans"/>
                <a:cs typeface="Fira Sans"/>
              </a:defRPr>
            </a:lvl3pPr>
            <a:lvl4pPr algn="l">
              <a:defRPr sz="1500" b="1">
                <a:solidFill>
                  <a:srgbClr val="8FD5CA"/>
                </a:solidFill>
                <a:latin typeface="Fira Sans"/>
                <a:ea typeface="Fira Sans"/>
                <a:cs typeface="Fira Sans"/>
              </a:defRPr>
            </a:lvl4pPr>
            <a:lvl5pPr algn="l">
              <a:defRPr sz="1500" b="1">
                <a:solidFill>
                  <a:srgbClr val="8FD5CA"/>
                </a:solidFill>
                <a:latin typeface="Fira Sans"/>
                <a:ea typeface="Fira Sans"/>
                <a:cs typeface="Fira Sans"/>
              </a:defRPr>
            </a:lvl5pPr>
            <a:lvl6pPr algn="l">
              <a:defRPr sz="1500" b="1">
                <a:solidFill>
                  <a:srgbClr val="8FD5CA"/>
                </a:solidFill>
                <a:latin typeface="Fira Sans"/>
                <a:ea typeface="Fira Sans"/>
                <a:cs typeface="Fira Sans"/>
              </a:defRPr>
            </a:lvl6pPr>
            <a:lvl7pPr algn="l">
              <a:defRPr sz="1500" b="1">
                <a:solidFill>
                  <a:srgbClr val="8FD5CA"/>
                </a:solidFill>
                <a:latin typeface="Fira Sans"/>
                <a:ea typeface="Fira Sans"/>
                <a:cs typeface="Fira Sans"/>
              </a:defRPr>
            </a:lvl7pPr>
            <a:lvl8pPr algn="l">
              <a:defRPr sz="1500" b="1">
                <a:solidFill>
                  <a:srgbClr val="8FD5CA"/>
                </a:solidFill>
                <a:latin typeface="Fira Sans"/>
                <a:ea typeface="Fira Sans"/>
                <a:cs typeface="Fira Sans"/>
              </a:defRPr>
            </a:lvl8pPr>
            <a:lvl9pPr algn="l">
              <a:defRPr sz="1500" b="1">
                <a:solidFill>
                  <a:srgbClr val="8FD5CA"/>
                </a:solidFill>
                <a:latin typeface="Fira Sans"/>
                <a:ea typeface="Fira Sans"/>
                <a:cs typeface="Fira Sans"/>
              </a:defRPr>
            </a:lvl9pPr>
          </a:lstStyle>
          <a:p xmlns:a="http://schemas.openxmlformats.org/drawingml/2006/main">
            <a:pPr algn="l">
              <a:defRPr sz="1500" b="1">
                <a:solidFill>
                  <a:srgbClr val="8FD5CA"/>
                </a:solidFill>
                <a:latin typeface="Fira Sans"/>
                <a:ea typeface="Fira Sans"/>
                <a:cs typeface="Fira Sans"/>
              </a:defRPr>
            </a:pPr>
            <a:r>
              <a:rPr sz="1500" b="1">
                <a:solidFill>
                  <a:srgbClr val="8FD5CA"/>
                </a:solidFill>
                <a:latin typeface="Fira Sans"/>
                <a:ea typeface="Fira Sans"/>
                <a:cs typeface="Fira Sans"/>
              </a:rPr>
              <a:t>13</a:t>
            </a:r>
          </a:p>
        </p:txBody>
      </p:sp>
      <p:sp>
        <p:nvSpPr>
          <p:cNvPr id="5" name="NDVI">
            <a:extLst xmlns:a="http://schemas.openxmlformats.org/drawingml/2006/main">
              <a:ext uri="{FF2B5EF4-FFF2-40B4-BE49-F238E27FC236}">
                <a16:creationId xmlns:a16="http://schemas.microsoft.com/office/drawing/2014/main" id="{BC8031B6-6C08-4E9E-9153-89D6EE788EF9}"/>
              </a:ext>
            </a:extLst>
          </p:cNvPr>
          <p:cNvSpPr>
            <a:spLocks xmlns:a="http://schemas.openxmlformats.org/drawingml/2006/main" noGrp="1"/>
          </p:cNvSpPr>
          <p:nvPr/>
        </p:nvSpPr>
        <p:spPr>
          <a:xfrm xmlns:a="http://schemas.openxmlformats.org/drawingml/2006/main">
            <a:off x="533400" y="20002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8FD5CA"/>
                </a:solidFill>
                <a:latin typeface="Fira Sans"/>
                <a:ea typeface="Fira Sans"/>
                <a:cs typeface="Fira Sans"/>
              </a:defRPr>
            </a:defPPr>
            <a:lvl1pPr algn="l">
              <a:defRPr sz="3300" b="1">
                <a:solidFill>
                  <a:srgbClr val="8FD5CA"/>
                </a:solidFill>
                <a:latin typeface="Fira Sans"/>
                <a:ea typeface="Fira Sans"/>
                <a:cs typeface="Fira Sans"/>
              </a:defRPr>
            </a:lvl1pPr>
            <a:lvl2pPr algn="l">
              <a:defRPr sz="3300" b="1">
                <a:solidFill>
                  <a:srgbClr val="8FD5CA"/>
                </a:solidFill>
                <a:latin typeface="Fira Sans"/>
                <a:ea typeface="Fira Sans"/>
                <a:cs typeface="Fira Sans"/>
              </a:defRPr>
            </a:lvl2pPr>
            <a:lvl3pPr algn="l">
              <a:defRPr sz="3300" b="1">
                <a:solidFill>
                  <a:srgbClr val="8FD5CA"/>
                </a:solidFill>
                <a:latin typeface="Fira Sans"/>
                <a:ea typeface="Fira Sans"/>
                <a:cs typeface="Fira Sans"/>
              </a:defRPr>
            </a:lvl3pPr>
            <a:lvl4pPr algn="l">
              <a:defRPr sz="3300" b="1">
                <a:solidFill>
                  <a:srgbClr val="8FD5CA"/>
                </a:solidFill>
                <a:latin typeface="Fira Sans"/>
                <a:ea typeface="Fira Sans"/>
                <a:cs typeface="Fira Sans"/>
              </a:defRPr>
            </a:lvl4pPr>
            <a:lvl5pPr algn="l">
              <a:defRPr sz="3300" b="1">
                <a:solidFill>
                  <a:srgbClr val="8FD5CA"/>
                </a:solidFill>
                <a:latin typeface="Fira Sans"/>
                <a:ea typeface="Fira Sans"/>
                <a:cs typeface="Fira Sans"/>
              </a:defRPr>
            </a:lvl5pPr>
            <a:lvl6pPr algn="l">
              <a:defRPr sz="3300" b="1">
                <a:solidFill>
                  <a:srgbClr val="8FD5CA"/>
                </a:solidFill>
                <a:latin typeface="Fira Sans"/>
                <a:ea typeface="Fira Sans"/>
                <a:cs typeface="Fira Sans"/>
              </a:defRPr>
            </a:lvl6pPr>
            <a:lvl7pPr algn="l">
              <a:defRPr sz="3300" b="1">
                <a:solidFill>
                  <a:srgbClr val="8FD5CA"/>
                </a:solidFill>
                <a:latin typeface="Fira Sans"/>
                <a:ea typeface="Fira Sans"/>
                <a:cs typeface="Fira Sans"/>
              </a:defRPr>
            </a:lvl7pPr>
            <a:lvl8pPr algn="l">
              <a:defRPr sz="3300" b="1">
                <a:solidFill>
                  <a:srgbClr val="8FD5CA"/>
                </a:solidFill>
                <a:latin typeface="Fira Sans"/>
                <a:ea typeface="Fira Sans"/>
                <a:cs typeface="Fira Sans"/>
              </a:defRPr>
            </a:lvl8pPr>
            <a:lvl9pPr algn="l">
              <a:defRPr sz="3300" b="1">
                <a:solidFill>
                  <a:srgbClr val="8FD5CA"/>
                </a:solidFill>
                <a:latin typeface="Fira Sans"/>
                <a:ea typeface="Fira Sans"/>
                <a:cs typeface="Fira Sans"/>
              </a:defRPr>
            </a:lvl9pPr>
          </a:lstStyle>
          <a:p xmlns:a="http://schemas.openxmlformats.org/drawingml/2006/main">
            <a:pPr algn="l">
              <a:defRPr sz="3300" b="1">
                <a:solidFill>
                  <a:srgbClr val="8FD5CA"/>
                </a:solidFill>
                <a:latin typeface="Fira Sans"/>
                <a:ea typeface="Fira Sans"/>
                <a:cs typeface="Fira Sans"/>
              </a:defRPr>
            </a:pPr>
            <a:r>
              <a:rPr sz="3300" b="1">
                <a:solidFill>
                  <a:srgbClr val="8FD5CA"/>
                </a:solidFill>
                <a:latin typeface="Fira Sans"/>
                <a:ea typeface="Fira Sans"/>
                <a:cs typeface="Fira Sans"/>
              </a:rPr>
              <a:t>NDVI</a:t>
            </a:r>
          </a:p>
        </p:txBody>
      </p:sp>
      <p:sp>
        <p:nvSpPr>
          <p:cNvPr id="6" name="(NIR − Rojo) / (NIR + Rojo)">
            <a:extLst xmlns:a="http://schemas.openxmlformats.org/drawingml/2006/main">
              <a:ext uri="{FF2B5EF4-FFF2-40B4-BE49-F238E27FC236}">
                <a16:creationId xmlns:a16="http://schemas.microsoft.com/office/drawing/2014/main" id="{6C957333-03F6-4464-96D8-4C9E1AC42756}"/>
              </a:ext>
            </a:extLst>
          </p:cNvPr>
          <p:cNvSpPr>
            <a:spLocks xmlns:a="http://schemas.openxmlformats.org/drawingml/2006/main" noGrp="1"/>
          </p:cNvSpPr>
          <p:nvPr/>
        </p:nvSpPr>
        <p:spPr>
          <a:xfrm xmlns:a="http://schemas.openxmlformats.org/drawingml/2006/main">
            <a:off x="2743200" y="2095500"/>
            <a:ext cx="8810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Fira Sans"/>
                <a:ea typeface="Fira Sans"/>
                <a:cs typeface="Fira Sans"/>
              </a:defRPr>
            </a:defPPr>
            <a:lvl1pPr algn="l">
              <a:defRPr sz="2400" b="1">
                <a:solidFill>
                  <a:srgbClr val="FFFFFF"/>
                </a:solidFill>
                <a:latin typeface="Fira Sans"/>
                <a:ea typeface="Fira Sans"/>
                <a:cs typeface="Fira Sans"/>
              </a:defRPr>
            </a:lvl1pPr>
            <a:lvl2pPr algn="l">
              <a:defRPr sz="2400" b="1">
                <a:solidFill>
                  <a:srgbClr val="FFFFFF"/>
                </a:solidFill>
                <a:latin typeface="Fira Sans"/>
                <a:ea typeface="Fira Sans"/>
                <a:cs typeface="Fira Sans"/>
              </a:defRPr>
            </a:lvl2pPr>
            <a:lvl3pPr algn="l">
              <a:defRPr sz="2400" b="1">
                <a:solidFill>
                  <a:srgbClr val="FFFFFF"/>
                </a:solidFill>
                <a:latin typeface="Fira Sans"/>
                <a:ea typeface="Fira Sans"/>
                <a:cs typeface="Fira Sans"/>
              </a:defRPr>
            </a:lvl3pPr>
            <a:lvl4pPr algn="l">
              <a:defRPr sz="2400" b="1">
                <a:solidFill>
                  <a:srgbClr val="FFFFFF"/>
                </a:solidFill>
                <a:latin typeface="Fira Sans"/>
                <a:ea typeface="Fira Sans"/>
                <a:cs typeface="Fira Sans"/>
              </a:defRPr>
            </a:lvl4pPr>
            <a:lvl5pPr algn="l">
              <a:defRPr sz="2400" b="1">
                <a:solidFill>
                  <a:srgbClr val="FFFFFF"/>
                </a:solidFill>
                <a:latin typeface="Fira Sans"/>
                <a:ea typeface="Fira Sans"/>
                <a:cs typeface="Fira Sans"/>
              </a:defRPr>
            </a:lvl5pPr>
            <a:lvl6pPr algn="l">
              <a:defRPr sz="2400" b="1">
                <a:solidFill>
                  <a:srgbClr val="FFFFFF"/>
                </a:solidFill>
                <a:latin typeface="Fira Sans"/>
                <a:ea typeface="Fira Sans"/>
                <a:cs typeface="Fira Sans"/>
              </a:defRPr>
            </a:lvl6pPr>
            <a:lvl7pPr algn="l">
              <a:defRPr sz="2400" b="1">
                <a:solidFill>
                  <a:srgbClr val="FFFFFF"/>
                </a:solidFill>
                <a:latin typeface="Fira Sans"/>
                <a:ea typeface="Fira Sans"/>
                <a:cs typeface="Fira Sans"/>
              </a:defRPr>
            </a:lvl7pPr>
            <a:lvl8pPr algn="l">
              <a:defRPr sz="2400" b="1">
                <a:solidFill>
                  <a:srgbClr val="FFFFFF"/>
                </a:solidFill>
                <a:latin typeface="Fira Sans"/>
                <a:ea typeface="Fira Sans"/>
                <a:cs typeface="Fira Sans"/>
              </a:defRPr>
            </a:lvl8pPr>
            <a:lvl9pPr algn="l">
              <a:defRPr sz="2400" b="1">
                <a:solidFill>
                  <a:srgbClr val="FFFFFF"/>
                </a:solidFill>
                <a:latin typeface="Fira Sans"/>
                <a:ea typeface="Fira Sans"/>
                <a:cs typeface="Fira Sans"/>
              </a:defRPr>
            </a:lvl9pPr>
          </a:lstStyle>
          <a:p xmlns:a="http://schemas.openxmlformats.org/drawingml/2006/main">
            <a:pPr algn="l">
              <a:defRPr sz="2400" b="1">
                <a:solidFill>
                  <a:srgbClr val="FFFFFF"/>
                </a:solidFill>
                <a:latin typeface="Fira Sans"/>
                <a:ea typeface="Fira Sans"/>
                <a:cs typeface="Fira Sans"/>
              </a:defRPr>
            </a:pPr>
            <a:r>
              <a:rPr sz="2400" b="1">
                <a:solidFill>
                  <a:srgbClr val="FFFFFF"/>
                </a:solidFill>
                <a:latin typeface="Fira Sans"/>
                <a:ea typeface="Fira Sans"/>
                <a:cs typeface="Fira Sans"/>
              </a:rPr>
              <a:t>(NIR − Rojo) / (NIR + Rojo)</a:t>
            </a:r>
          </a:p>
        </p:txBody>
      </p:sp>
      <p:sp>
        <p:nvSpPr>
          <p:cNvPr id="7" name="">
            <a:extLst xmlns:a="http://schemas.openxmlformats.org/drawingml/2006/main">
              <a:ext uri="{FF2B5EF4-FFF2-40B4-BE49-F238E27FC236}">
                <a16:creationId xmlns:a16="http://schemas.microsoft.com/office/drawing/2014/main" id="{E25DAA6F-D2C7-48D4-B88E-C4128F540863}"/>
              </a:ext>
            </a:extLst>
          </p:cNvPr>
          <p:cNvSpPr>
            <a:spLocks xmlns:a="http://schemas.openxmlformats.org/drawingml/2006/main" noGrp="1"/>
          </p:cNvSpPr>
          <p:nvPr/>
        </p:nvSpPr>
        <p:spPr>
          <a:xfrm xmlns:a="http://schemas.openxmlformats.org/drawingml/2006/main">
            <a:off x="2743200" y="2847975"/>
            <a:ext cx="8829675" cy="9525"/>
          </a:xfrm>
          <a:custGeom xmlns:a="http://schemas.openxmlformats.org/drawingml/2006/main">
            <a:pathLst>
              <a:path w="8829675" h="9525">
                <a:moveTo>
                  <a:pt x="0" y="0"/>
                </a:moveTo>
                <a:lnTo>
                  <a:pt x="8829675" y="0"/>
                </a:lnTo>
              </a:path>
            </a:pathLst>
          </a:custGeom>
          <a:noFill xmlns:a="http://schemas.openxmlformats.org/drawingml/2006/main"/>
          <a:ln xmlns:a="http://schemas.openxmlformats.org/drawingml/2006/main" w="9525">
            <a:solidFill>
              <a:srgbClr val="557783"/>
            </a:solidFill>
            <a:prstDash val="solid"/>
          </a:ln>
        </p:spPr>
      </p:sp>
      <p:sp>
        <p:nvSpPr>
          <p:cNvPr id="8" name="">
            <a:extLst xmlns:a="http://schemas.openxmlformats.org/drawingml/2006/main">
              <a:ext uri="{FF2B5EF4-FFF2-40B4-BE49-F238E27FC236}">
                <a16:creationId xmlns:a16="http://schemas.microsoft.com/office/drawing/2014/main" id="{6DEA4EFF-1C1C-4147-8399-64C0DFDE61A2}"/>
              </a:ext>
            </a:extLst>
          </p:cNvPr>
          <p:cNvSpPr>
            <a:spLocks xmlns:a="http://schemas.openxmlformats.org/drawingml/2006/main" noGrp="1"/>
          </p:cNvSpPr>
          <p:nvPr/>
        </p:nvSpPr>
        <p:spPr>
          <a:xfrm xmlns:a="http://schemas.openxmlformats.org/drawingml/2006/main">
            <a:off x="2762250" y="3057525"/>
            <a:ext cx="2190750" cy="342900"/>
          </a:xfrm>
          <a:prstGeom xmlns:a="http://schemas.openxmlformats.org/drawingml/2006/main" prst="rect">
            <a:avLst/>
          </a:prstGeom>
          <a:solidFill xmlns:a="http://schemas.openxmlformats.org/drawingml/2006/main">
            <a:srgbClr val="BF5550"/>
          </a:solidFill>
          <a:ln xmlns:a="http://schemas.openxmlformats.org/drawingml/2006/main" w="0">
            <a:noFill/>
            <a:prstDash val="solid"/>
          </a:ln>
        </p:spPr>
      </p:sp>
      <p:sp>
        <p:nvSpPr>
          <p:cNvPr id="9" name="Rojo">
            <a:extLst xmlns:a="http://schemas.openxmlformats.org/drawingml/2006/main">
              <a:ext uri="{FF2B5EF4-FFF2-40B4-BE49-F238E27FC236}">
                <a16:creationId xmlns:a16="http://schemas.microsoft.com/office/drawing/2014/main" id="{F6A7CDF6-DB8C-421A-905F-74C27DBB72F0}"/>
              </a:ext>
            </a:extLst>
          </p:cNvPr>
          <p:cNvSpPr>
            <a:spLocks xmlns:a="http://schemas.openxmlformats.org/drawingml/2006/main" noGrp="1"/>
          </p:cNvSpPr>
          <p:nvPr/>
        </p:nvSpPr>
        <p:spPr>
          <a:xfrm xmlns:a="http://schemas.openxmlformats.org/drawingml/2006/main">
            <a:off x="2857500" y="3105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FFFFFF"/>
                </a:solidFill>
                <a:latin typeface="Fira Sans"/>
                <a:ea typeface="Fira Sans"/>
                <a:cs typeface="Fira Sans"/>
              </a:defRPr>
            </a:defPPr>
            <a:lvl1pPr algn="l">
              <a:defRPr sz="1425" b="1">
                <a:solidFill>
                  <a:srgbClr val="FFFFFF"/>
                </a:solidFill>
                <a:latin typeface="Fira Sans"/>
                <a:ea typeface="Fira Sans"/>
                <a:cs typeface="Fira Sans"/>
              </a:defRPr>
            </a:lvl1pPr>
            <a:lvl2pPr algn="l">
              <a:defRPr sz="1425" b="1">
                <a:solidFill>
                  <a:srgbClr val="FFFFFF"/>
                </a:solidFill>
                <a:latin typeface="Fira Sans"/>
                <a:ea typeface="Fira Sans"/>
                <a:cs typeface="Fira Sans"/>
              </a:defRPr>
            </a:lvl2pPr>
            <a:lvl3pPr algn="l">
              <a:defRPr sz="1425" b="1">
                <a:solidFill>
                  <a:srgbClr val="FFFFFF"/>
                </a:solidFill>
                <a:latin typeface="Fira Sans"/>
                <a:ea typeface="Fira Sans"/>
                <a:cs typeface="Fira Sans"/>
              </a:defRPr>
            </a:lvl3pPr>
            <a:lvl4pPr algn="l">
              <a:defRPr sz="1425" b="1">
                <a:solidFill>
                  <a:srgbClr val="FFFFFF"/>
                </a:solidFill>
                <a:latin typeface="Fira Sans"/>
                <a:ea typeface="Fira Sans"/>
                <a:cs typeface="Fira Sans"/>
              </a:defRPr>
            </a:lvl4pPr>
            <a:lvl5pPr algn="l">
              <a:defRPr sz="1425" b="1">
                <a:solidFill>
                  <a:srgbClr val="FFFFFF"/>
                </a:solidFill>
                <a:latin typeface="Fira Sans"/>
                <a:ea typeface="Fira Sans"/>
                <a:cs typeface="Fira Sans"/>
              </a:defRPr>
            </a:lvl5pPr>
            <a:lvl6pPr algn="l">
              <a:defRPr sz="1425" b="1">
                <a:solidFill>
                  <a:srgbClr val="FFFFFF"/>
                </a:solidFill>
                <a:latin typeface="Fira Sans"/>
                <a:ea typeface="Fira Sans"/>
                <a:cs typeface="Fira Sans"/>
              </a:defRPr>
            </a:lvl6pPr>
            <a:lvl7pPr algn="l">
              <a:defRPr sz="1425" b="1">
                <a:solidFill>
                  <a:srgbClr val="FFFFFF"/>
                </a:solidFill>
                <a:latin typeface="Fira Sans"/>
                <a:ea typeface="Fira Sans"/>
                <a:cs typeface="Fira Sans"/>
              </a:defRPr>
            </a:lvl7pPr>
            <a:lvl8pPr algn="l">
              <a:defRPr sz="1425" b="1">
                <a:solidFill>
                  <a:srgbClr val="FFFFFF"/>
                </a:solidFill>
                <a:latin typeface="Fira Sans"/>
                <a:ea typeface="Fira Sans"/>
                <a:cs typeface="Fira Sans"/>
              </a:defRPr>
            </a:lvl8pPr>
            <a:lvl9pPr algn="l">
              <a:defRPr sz="1425" b="1">
                <a:solidFill>
                  <a:srgbClr val="FFFFFF"/>
                </a:solidFill>
                <a:latin typeface="Fira Sans"/>
                <a:ea typeface="Fira Sans"/>
                <a:cs typeface="Fira Sans"/>
              </a:defRPr>
            </a:lvl9pPr>
          </a:lstStyle>
          <a:p xmlns:a="http://schemas.openxmlformats.org/drawingml/2006/main">
            <a:pPr algn="l">
              <a:defRPr sz="1425" b="1">
                <a:solidFill>
                  <a:srgbClr val="FFFFFF"/>
                </a:solidFill>
                <a:latin typeface="Fira Sans"/>
                <a:ea typeface="Fira Sans"/>
                <a:cs typeface="Fira Sans"/>
              </a:defRPr>
            </a:pPr>
            <a:r>
              <a:rPr sz="1425" b="1">
                <a:solidFill>
                  <a:srgbClr val="FFFFFF"/>
                </a:solidFill>
                <a:latin typeface="Fira Sans"/>
                <a:ea typeface="Fira Sans"/>
                <a:cs typeface="Fira Sans"/>
              </a:rPr>
              <a:t>Rojo</a:t>
            </a:r>
          </a:p>
        </p:txBody>
      </p:sp>
      <p:sp>
        <p:nvSpPr>
          <p:cNvPr id="10" name="">
            <a:extLst xmlns:a="http://schemas.openxmlformats.org/drawingml/2006/main">
              <a:ext uri="{FF2B5EF4-FFF2-40B4-BE49-F238E27FC236}">
                <a16:creationId xmlns:a16="http://schemas.microsoft.com/office/drawing/2014/main" id="{6E8C3F64-28EF-4FEB-B0AB-CE872C670942}"/>
              </a:ext>
            </a:extLst>
          </p:cNvPr>
          <p:cNvSpPr>
            <a:spLocks xmlns:a="http://schemas.openxmlformats.org/drawingml/2006/main" noGrp="1"/>
          </p:cNvSpPr>
          <p:nvPr/>
        </p:nvSpPr>
        <p:spPr>
          <a:xfrm xmlns:a="http://schemas.openxmlformats.org/drawingml/2006/main">
            <a:off x="5124450" y="3057525"/>
            <a:ext cx="2190750" cy="342900"/>
          </a:xfrm>
          <a:prstGeom xmlns:a="http://schemas.openxmlformats.org/drawingml/2006/main" prst="rect">
            <a:avLst/>
          </a:prstGeom>
          <a:solidFill xmlns:a="http://schemas.openxmlformats.org/drawingml/2006/main">
            <a:srgbClr val="008F8A"/>
          </a:solidFill>
          <a:ln xmlns:a="http://schemas.openxmlformats.org/drawingml/2006/main" w="0">
            <a:noFill/>
            <a:prstDash val="solid"/>
          </a:ln>
        </p:spPr>
      </p:sp>
      <p:sp>
        <p:nvSpPr>
          <p:cNvPr id="11" name="Infrarrojo cercano">
            <a:extLst xmlns:a="http://schemas.openxmlformats.org/drawingml/2006/main">
              <a:ext uri="{FF2B5EF4-FFF2-40B4-BE49-F238E27FC236}">
                <a16:creationId xmlns:a16="http://schemas.microsoft.com/office/drawing/2014/main" id="{79F82DB9-3AD7-4CBA-A582-0595746A2B30}"/>
              </a:ext>
            </a:extLst>
          </p:cNvPr>
          <p:cNvSpPr>
            <a:spLocks xmlns:a="http://schemas.openxmlformats.org/drawingml/2006/main" noGrp="1"/>
          </p:cNvSpPr>
          <p:nvPr/>
        </p:nvSpPr>
        <p:spPr>
          <a:xfrm xmlns:a="http://schemas.openxmlformats.org/drawingml/2006/main">
            <a:off x="5219700" y="3105150"/>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FFFFFF"/>
                </a:solidFill>
                <a:latin typeface="Fira Sans"/>
                <a:ea typeface="Fira Sans"/>
                <a:cs typeface="Fira Sans"/>
              </a:defRPr>
            </a:defPPr>
            <a:lvl1pPr algn="l">
              <a:defRPr sz="1425" b="1">
                <a:solidFill>
                  <a:srgbClr val="FFFFFF"/>
                </a:solidFill>
                <a:latin typeface="Fira Sans"/>
                <a:ea typeface="Fira Sans"/>
                <a:cs typeface="Fira Sans"/>
              </a:defRPr>
            </a:lvl1pPr>
            <a:lvl2pPr algn="l">
              <a:defRPr sz="1425" b="1">
                <a:solidFill>
                  <a:srgbClr val="FFFFFF"/>
                </a:solidFill>
                <a:latin typeface="Fira Sans"/>
                <a:ea typeface="Fira Sans"/>
                <a:cs typeface="Fira Sans"/>
              </a:defRPr>
            </a:lvl2pPr>
            <a:lvl3pPr algn="l">
              <a:defRPr sz="1425" b="1">
                <a:solidFill>
                  <a:srgbClr val="FFFFFF"/>
                </a:solidFill>
                <a:latin typeface="Fira Sans"/>
                <a:ea typeface="Fira Sans"/>
                <a:cs typeface="Fira Sans"/>
              </a:defRPr>
            </a:lvl3pPr>
            <a:lvl4pPr algn="l">
              <a:defRPr sz="1425" b="1">
                <a:solidFill>
                  <a:srgbClr val="FFFFFF"/>
                </a:solidFill>
                <a:latin typeface="Fira Sans"/>
                <a:ea typeface="Fira Sans"/>
                <a:cs typeface="Fira Sans"/>
              </a:defRPr>
            </a:lvl4pPr>
            <a:lvl5pPr algn="l">
              <a:defRPr sz="1425" b="1">
                <a:solidFill>
                  <a:srgbClr val="FFFFFF"/>
                </a:solidFill>
                <a:latin typeface="Fira Sans"/>
                <a:ea typeface="Fira Sans"/>
                <a:cs typeface="Fira Sans"/>
              </a:defRPr>
            </a:lvl5pPr>
            <a:lvl6pPr algn="l">
              <a:defRPr sz="1425" b="1">
                <a:solidFill>
                  <a:srgbClr val="FFFFFF"/>
                </a:solidFill>
                <a:latin typeface="Fira Sans"/>
                <a:ea typeface="Fira Sans"/>
                <a:cs typeface="Fira Sans"/>
              </a:defRPr>
            </a:lvl6pPr>
            <a:lvl7pPr algn="l">
              <a:defRPr sz="1425" b="1">
                <a:solidFill>
                  <a:srgbClr val="FFFFFF"/>
                </a:solidFill>
                <a:latin typeface="Fira Sans"/>
                <a:ea typeface="Fira Sans"/>
                <a:cs typeface="Fira Sans"/>
              </a:defRPr>
            </a:lvl7pPr>
            <a:lvl8pPr algn="l">
              <a:defRPr sz="1425" b="1">
                <a:solidFill>
                  <a:srgbClr val="FFFFFF"/>
                </a:solidFill>
                <a:latin typeface="Fira Sans"/>
                <a:ea typeface="Fira Sans"/>
                <a:cs typeface="Fira Sans"/>
              </a:defRPr>
            </a:lvl8pPr>
            <a:lvl9pPr algn="l">
              <a:defRPr sz="1425" b="1">
                <a:solidFill>
                  <a:srgbClr val="FFFFFF"/>
                </a:solidFill>
                <a:latin typeface="Fira Sans"/>
                <a:ea typeface="Fira Sans"/>
                <a:cs typeface="Fira Sans"/>
              </a:defRPr>
            </a:lvl9pPr>
          </a:lstStyle>
          <a:p xmlns:a="http://schemas.openxmlformats.org/drawingml/2006/main">
            <a:pPr algn="l">
              <a:defRPr sz="1425" b="1">
                <a:solidFill>
                  <a:srgbClr val="FFFFFF"/>
                </a:solidFill>
                <a:latin typeface="Fira Sans"/>
                <a:ea typeface="Fira Sans"/>
                <a:cs typeface="Fira Sans"/>
              </a:defRPr>
            </a:pPr>
            <a:r>
              <a:rPr sz="1425" b="1">
                <a:solidFill>
                  <a:srgbClr val="FFFFFF"/>
                </a:solidFill>
                <a:latin typeface="Fira Sans"/>
                <a:ea typeface="Fira Sans"/>
                <a:cs typeface="Fira Sans"/>
              </a:rPr>
              <a:t>Infrarrojo cercano</a:t>
            </a:r>
          </a:p>
        </p:txBody>
      </p:sp>
      <p:sp>
        <p:nvSpPr>
          <p:cNvPr id="12" name="NDRE">
            <a:extLst xmlns:a="http://schemas.openxmlformats.org/drawingml/2006/main">
              <a:ext uri="{FF2B5EF4-FFF2-40B4-BE49-F238E27FC236}">
                <a16:creationId xmlns:a16="http://schemas.microsoft.com/office/drawing/2014/main" id="{35B4E489-F822-456B-9F36-9132B96840AA}"/>
              </a:ext>
            </a:extLst>
          </p:cNvPr>
          <p:cNvSpPr>
            <a:spLocks xmlns:a="http://schemas.openxmlformats.org/drawingml/2006/main" noGrp="1"/>
          </p:cNvSpPr>
          <p:nvPr/>
        </p:nvSpPr>
        <p:spPr>
          <a:xfrm xmlns:a="http://schemas.openxmlformats.org/drawingml/2006/main">
            <a:off x="533400" y="38862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8FD5CA"/>
                </a:solidFill>
                <a:latin typeface="Fira Sans"/>
                <a:ea typeface="Fira Sans"/>
                <a:cs typeface="Fira Sans"/>
              </a:defRPr>
            </a:defPPr>
            <a:lvl1pPr algn="l">
              <a:defRPr sz="3300" b="1">
                <a:solidFill>
                  <a:srgbClr val="8FD5CA"/>
                </a:solidFill>
                <a:latin typeface="Fira Sans"/>
                <a:ea typeface="Fira Sans"/>
                <a:cs typeface="Fira Sans"/>
              </a:defRPr>
            </a:lvl1pPr>
            <a:lvl2pPr algn="l">
              <a:defRPr sz="3300" b="1">
                <a:solidFill>
                  <a:srgbClr val="8FD5CA"/>
                </a:solidFill>
                <a:latin typeface="Fira Sans"/>
                <a:ea typeface="Fira Sans"/>
                <a:cs typeface="Fira Sans"/>
              </a:defRPr>
            </a:lvl2pPr>
            <a:lvl3pPr algn="l">
              <a:defRPr sz="3300" b="1">
                <a:solidFill>
                  <a:srgbClr val="8FD5CA"/>
                </a:solidFill>
                <a:latin typeface="Fira Sans"/>
                <a:ea typeface="Fira Sans"/>
                <a:cs typeface="Fira Sans"/>
              </a:defRPr>
            </a:lvl3pPr>
            <a:lvl4pPr algn="l">
              <a:defRPr sz="3300" b="1">
                <a:solidFill>
                  <a:srgbClr val="8FD5CA"/>
                </a:solidFill>
                <a:latin typeface="Fira Sans"/>
                <a:ea typeface="Fira Sans"/>
                <a:cs typeface="Fira Sans"/>
              </a:defRPr>
            </a:lvl4pPr>
            <a:lvl5pPr algn="l">
              <a:defRPr sz="3300" b="1">
                <a:solidFill>
                  <a:srgbClr val="8FD5CA"/>
                </a:solidFill>
                <a:latin typeface="Fira Sans"/>
                <a:ea typeface="Fira Sans"/>
                <a:cs typeface="Fira Sans"/>
              </a:defRPr>
            </a:lvl5pPr>
            <a:lvl6pPr algn="l">
              <a:defRPr sz="3300" b="1">
                <a:solidFill>
                  <a:srgbClr val="8FD5CA"/>
                </a:solidFill>
                <a:latin typeface="Fira Sans"/>
                <a:ea typeface="Fira Sans"/>
                <a:cs typeface="Fira Sans"/>
              </a:defRPr>
            </a:lvl6pPr>
            <a:lvl7pPr algn="l">
              <a:defRPr sz="3300" b="1">
                <a:solidFill>
                  <a:srgbClr val="8FD5CA"/>
                </a:solidFill>
                <a:latin typeface="Fira Sans"/>
                <a:ea typeface="Fira Sans"/>
                <a:cs typeface="Fira Sans"/>
              </a:defRPr>
            </a:lvl7pPr>
            <a:lvl8pPr algn="l">
              <a:defRPr sz="3300" b="1">
                <a:solidFill>
                  <a:srgbClr val="8FD5CA"/>
                </a:solidFill>
                <a:latin typeface="Fira Sans"/>
                <a:ea typeface="Fira Sans"/>
                <a:cs typeface="Fira Sans"/>
              </a:defRPr>
            </a:lvl8pPr>
            <a:lvl9pPr algn="l">
              <a:defRPr sz="3300" b="1">
                <a:solidFill>
                  <a:srgbClr val="8FD5CA"/>
                </a:solidFill>
                <a:latin typeface="Fira Sans"/>
                <a:ea typeface="Fira Sans"/>
                <a:cs typeface="Fira Sans"/>
              </a:defRPr>
            </a:lvl9pPr>
          </a:lstStyle>
          <a:p xmlns:a="http://schemas.openxmlformats.org/drawingml/2006/main">
            <a:pPr algn="l">
              <a:defRPr sz="3300" b="1">
                <a:solidFill>
                  <a:srgbClr val="8FD5CA"/>
                </a:solidFill>
                <a:latin typeface="Fira Sans"/>
                <a:ea typeface="Fira Sans"/>
                <a:cs typeface="Fira Sans"/>
              </a:defRPr>
            </a:pPr>
            <a:r>
              <a:rPr sz="3300" b="1">
                <a:solidFill>
                  <a:srgbClr val="8FD5CA"/>
                </a:solidFill>
                <a:latin typeface="Fira Sans"/>
                <a:ea typeface="Fira Sans"/>
                <a:cs typeface="Fira Sans"/>
              </a:rPr>
              <a:t>NDRE</a:t>
            </a:r>
          </a:p>
        </p:txBody>
      </p:sp>
      <p:sp>
        <p:nvSpPr>
          <p:cNvPr id="13" name="(NIR − Borde rojo) / (NIR + Borde rojo)">
            <a:extLst xmlns:a="http://schemas.openxmlformats.org/drawingml/2006/main">
              <a:ext uri="{FF2B5EF4-FFF2-40B4-BE49-F238E27FC236}">
                <a16:creationId xmlns:a16="http://schemas.microsoft.com/office/drawing/2014/main" id="{A7E3B5F2-4993-4A9C-92A3-8BB27630A2A5}"/>
              </a:ext>
            </a:extLst>
          </p:cNvPr>
          <p:cNvSpPr>
            <a:spLocks xmlns:a="http://schemas.openxmlformats.org/drawingml/2006/main" noGrp="1"/>
          </p:cNvSpPr>
          <p:nvPr/>
        </p:nvSpPr>
        <p:spPr>
          <a:xfrm xmlns:a="http://schemas.openxmlformats.org/drawingml/2006/main">
            <a:off x="2743200" y="3981450"/>
            <a:ext cx="8810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Fira Sans"/>
                <a:ea typeface="Fira Sans"/>
                <a:cs typeface="Fira Sans"/>
              </a:defRPr>
            </a:defPPr>
            <a:lvl1pPr algn="l">
              <a:defRPr sz="2400" b="1">
                <a:solidFill>
                  <a:srgbClr val="FFFFFF"/>
                </a:solidFill>
                <a:latin typeface="Fira Sans"/>
                <a:ea typeface="Fira Sans"/>
                <a:cs typeface="Fira Sans"/>
              </a:defRPr>
            </a:lvl1pPr>
            <a:lvl2pPr algn="l">
              <a:defRPr sz="2400" b="1">
                <a:solidFill>
                  <a:srgbClr val="FFFFFF"/>
                </a:solidFill>
                <a:latin typeface="Fira Sans"/>
                <a:ea typeface="Fira Sans"/>
                <a:cs typeface="Fira Sans"/>
              </a:defRPr>
            </a:lvl2pPr>
            <a:lvl3pPr algn="l">
              <a:defRPr sz="2400" b="1">
                <a:solidFill>
                  <a:srgbClr val="FFFFFF"/>
                </a:solidFill>
                <a:latin typeface="Fira Sans"/>
                <a:ea typeface="Fira Sans"/>
                <a:cs typeface="Fira Sans"/>
              </a:defRPr>
            </a:lvl3pPr>
            <a:lvl4pPr algn="l">
              <a:defRPr sz="2400" b="1">
                <a:solidFill>
                  <a:srgbClr val="FFFFFF"/>
                </a:solidFill>
                <a:latin typeface="Fira Sans"/>
                <a:ea typeface="Fira Sans"/>
                <a:cs typeface="Fira Sans"/>
              </a:defRPr>
            </a:lvl4pPr>
            <a:lvl5pPr algn="l">
              <a:defRPr sz="2400" b="1">
                <a:solidFill>
                  <a:srgbClr val="FFFFFF"/>
                </a:solidFill>
                <a:latin typeface="Fira Sans"/>
                <a:ea typeface="Fira Sans"/>
                <a:cs typeface="Fira Sans"/>
              </a:defRPr>
            </a:lvl5pPr>
            <a:lvl6pPr algn="l">
              <a:defRPr sz="2400" b="1">
                <a:solidFill>
                  <a:srgbClr val="FFFFFF"/>
                </a:solidFill>
                <a:latin typeface="Fira Sans"/>
                <a:ea typeface="Fira Sans"/>
                <a:cs typeface="Fira Sans"/>
              </a:defRPr>
            </a:lvl6pPr>
            <a:lvl7pPr algn="l">
              <a:defRPr sz="2400" b="1">
                <a:solidFill>
                  <a:srgbClr val="FFFFFF"/>
                </a:solidFill>
                <a:latin typeface="Fira Sans"/>
                <a:ea typeface="Fira Sans"/>
                <a:cs typeface="Fira Sans"/>
              </a:defRPr>
            </a:lvl7pPr>
            <a:lvl8pPr algn="l">
              <a:defRPr sz="2400" b="1">
                <a:solidFill>
                  <a:srgbClr val="FFFFFF"/>
                </a:solidFill>
                <a:latin typeface="Fira Sans"/>
                <a:ea typeface="Fira Sans"/>
                <a:cs typeface="Fira Sans"/>
              </a:defRPr>
            </a:lvl8pPr>
            <a:lvl9pPr algn="l">
              <a:defRPr sz="2400" b="1">
                <a:solidFill>
                  <a:srgbClr val="FFFFFF"/>
                </a:solidFill>
                <a:latin typeface="Fira Sans"/>
                <a:ea typeface="Fira Sans"/>
                <a:cs typeface="Fira Sans"/>
              </a:defRPr>
            </a:lvl9pPr>
          </a:lstStyle>
          <a:p xmlns:a="http://schemas.openxmlformats.org/drawingml/2006/main">
            <a:pPr algn="l">
              <a:defRPr sz="2400" b="1">
                <a:solidFill>
                  <a:srgbClr val="FFFFFF"/>
                </a:solidFill>
                <a:latin typeface="Fira Sans"/>
                <a:ea typeface="Fira Sans"/>
                <a:cs typeface="Fira Sans"/>
              </a:defRPr>
            </a:pPr>
            <a:r>
              <a:rPr sz="2400" b="1">
                <a:solidFill>
                  <a:srgbClr val="FFFFFF"/>
                </a:solidFill>
                <a:latin typeface="Fira Sans"/>
                <a:ea typeface="Fira Sans"/>
                <a:cs typeface="Fira Sans"/>
              </a:rPr>
              <a:t>(NIR − Borde rojo) / (NIR + Borde rojo)</a:t>
            </a:r>
          </a:p>
        </p:txBody>
      </p:sp>
      <p:sp>
        <p:nvSpPr>
          <p:cNvPr id="14" name="">
            <a:extLst xmlns:a="http://schemas.openxmlformats.org/drawingml/2006/main">
              <a:ext uri="{FF2B5EF4-FFF2-40B4-BE49-F238E27FC236}">
                <a16:creationId xmlns:a16="http://schemas.microsoft.com/office/drawing/2014/main" id="{9578C555-044B-4766-B09D-E8287D40C123}"/>
              </a:ext>
            </a:extLst>
          </p:cNvPr>
          <p:cNvSpPr>
            <a:spLocks xmlns:a="http://schemas.openxmlformats.org/drawingml/2006/main" noGrp="1"/>
          </p:cNvSpPr>
          <p:nvPr/>
        </p:nvSpPr>
        <p:spPr>
          <a:xfrm xmlns:a="http://schemas.openxmlformats.org/drawingml/2006/main">
            <a:off x="2743200" y="4733925"/>
            <a:ext cx="8829675" cy="9525"/>
          </a:xfrm>
          <a:custGeom xmlns:a="http://schemas.openxmlformats.org/drawingml/2006/main">
            <a:pathLst>
              <a:path w="8829675" h="9525">
                <a:moveTo>
                  <a:pt x="0" y="0"/>
                </a:moveTo>
                <a:lnTo>
                  <a:pt x="8829675" y="0"/>
                </a:lnTo>
              </a:path>
            </a:pathLst>
          </a:custGeom>
          <a:noFill xmlns:a="http://schemas.openxmlformats.org/drawingml/2006/main"/>
          <a:ln xmlns:a="http://schemas.openxmlformats.org/drawingml/2006/main" w="9525">
            <a:solidFill>
              <a:srgbClr val="557783"/>
            </a:solidFill>
            <a:prstDash val="solid"/>
          </a:ln>
        </p:spPr>
      </p:sp>
      <p:sp>
        <p:nvSpPr>
          <p:cNvPr id="15" name="">
            <a:extLst xmlns:a="http://schemas.openxmlformats.org/drawingml/2006/main">
              <a:ext uri="{FF2B5EF4-FFF2-40B4-BE49-F238E27FC236}">
                <a16:creationId xmlns:a16="http://schemas.microsoft.com/office/drawing/2014/main" id="{26648D49-4AF0-43B2-A259-8D91B11D1BBA}"/>
              </a:ext>
            </a:extLst>
          </p:cNvPr>
          <p:cNvSpPr>
            <a:spLocks xmlns:a="http://schemas.openxmlformats.org/drawingml/2006/main" noGrp="1"/>
          </p:cNvSpPr>
          <p:nvPr/>
        </p:nvSpPr>
        <p:spPr>
          <a:xfrm xmlns:a="http://schemas.openxmlformats.org/drawingml/2006/main">
            <a:off x="2762250" y="4943475"/>
            <a:ext cx="2190750" cy="342900"/>
          </a:xfrm>
          <a:prstGeom xmlns:a="http://schemas.openxmlformats.org/drawingml/2006/main" prst="rect">
            <a:avLst/>
          </a:prstGeom>
          <a:solidFill xmlns:a="http://schemas.openxmlformats.org/drawingml/2006/main">
            <a:srgbClr val="8C5B85"/>
          </a:solidFill>
          <a:ln xmlns:a="http://schemas.openxmlformats.org/drawingml/2006/main" w="0">
            <a:noFill/>
            <a:prstDash val="solid"/>
          </a:ln>
        </p:spPr>
      </p:sp>
      <p:sp>
        <p:nvSpPr>
          <p:cNvPr id="16" name="Borde rojo">
            <a:extLst xmlns:a="http://schemas.openxmlformats.org/drawingml/2006/main">
              <a:ext uri="{FF2B5EF4-FFF2-40B4-BE49-F238E27FC236}">
                <a16:creationId xmlns:a16="http://schemas.microsoft.com/office/drawing/2014/main" id="{B27B2AC9-6F54-4BBD-A05A-14ECF0EDFBD0}"/>
              </a:ext>
            </a:extLst>
          </p:cNvPr>
          <p:cNvSpPr>
            <a:spLocks xmlns:a="http://schemas.openxmlformats.org/drawingml/2006/main" noGrp="1"/>
          </p:cNvSpPr>
          <p:nvPr/>
        </p:nvSpPr>
        <p:spPr>
          <a:xfrm xmlns:a="http://schemas.openxmlformats.org/drawingml/2006/main">
            <a:off x="2857500" y="49911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FFFFFF"/>
                </a:solidFill>
                <a:latin typeface="Fira Sans"/>
                <a:ea typeface="Fira Sans"/>
                <a:cs typeface="Fira Sans"/>
              </a:defRPr>
            </a:defPPr>
            <a:lvl1pPr algn="l">
              <a:defRPr sz="1425" b="1">
                <a:solidFill>
                  <a:srgbClr val="FFFFFF"/>
                </a:solidFill>
                <a:latin typeface="Fira Sans"/>
                <a:ea typeface="Fira Sans"/>
                <a:cs typeface="Fira Sans"/>
              </a:defRPr>
            </a:lvl1pPr>
            <a:lvl2pPr algn="l">
              <a:defRPr sz="1425" b="1">
                <a:solidFill>
                  <a:srgbClr val="FFFFFF"/>
                </a:solidFill>
                <a:latin typeface="Fira Sans"/>
                <a:ea typeface="Fira Sans"/>
                <a:cs typeface="Fira Sans"/>
              </a:defRPr>
            </a:lvl2pPr>
            <a:lvl3pPr algn="l">
              <a:defRPr sz="1425" b="1">
                <a:solidFill>
                  <a:srgbClr val="FFFFFF"/>
                </a:solidFill>
                <a:latin typeface="Fira Sans"/>
                <a:ea typeface="Fira Sans"/>
                <a:cs typeface="Fira Sans"/>
              </a:defRPr>
            </a:lvl3pPr>
            <a:lvl4pPr algn="l">
              <a:defRPr sz="1425" b="1">
                <a:solidFill>
                  <a:srgbClr val="FFFFFF"/>
                </a:solidFill>
                <a:latin typeface="Fira Sans"/>
                <a:ea typeface="Fira Sans"/>
                <a:cs typeface="Fira Sans"/>
              </a:defRPr>
            </a:lvl4pPr>
            <a:lvl5pPr algn="l">
              <a:defRPr sz="1425" b="1">
                <a:solidFill>
                  <a:srgbClr val="FFFFFF"/>
                </a:solidFill>
                <a:latin typeface="Fira Sans"/>
                <a:ea typeface="Fira Sans"/>
                <a:cs typeface="Fira Sans"/>
              </a:defRPr>
            </a:lvl5pPr>
            <a:lvl6pPr algn="l">
              <a:defRPr sz="1425" b="1">
                <a:solidFill>
                  <a:srgbClr val="FFFFFF"/>
                </a:solidFill>
                <a:latin typeface="Fira Sans"/>
                <a:ea typeface="Fira Sans"/>
                <a:cs typeface="Fira Sans"/>
              </a:defRPr>
            </a:lvl6pPr>
            <a:lvl7pPr algn="l">
              <a:defRPr sz="1425" b="1">
                <a:solidFill>
                  <a:srgbClr val="FFFFFF"/>
                </a:solidFill>
                <a:latin typeface="Fira Sans"/>
                <a:ea typeface="Fira Sans"/>
                <a:cs typeface="Fira Sans"/>
              </a:defRPr>
            </a:lvl7pPr>
            <a:lvl8pPr algn="l">
              <a:defRPr sz="1425" b="1">
                <a:solidFill>
                  <a:srgbClr val="FFFFFF"/>
                </a:solidFill>
                <a:latin typeface="Fira Sans"/>
                <a:ea typeface="Fira Sans"/>
                <a:cs typeface="Fira Sans"/>
              </a:defRPr>
            </a:lvl8pPr>
            <a:lvl9pPr algn="l">
              <a:defRPr sz="1425" b="1">
                <a:solidFill>
                  <a:srgbClr val="FFFFFF"/>
                </a:solidFill>
                <a:latin typeface="Fira Sans"/>
                <a:ea typeface="Fira Sans"/>
                <a:cs typeface="Fira Sans"/>
              </a:defRPr>
            </a:lvl9pPr>
          </a:lstStyle>
          <a:p xmlns:a="http://schemas.openxmlformats.org/drawingml/2006/main">
            <a:pPr algn="l">
              <a:defRPr sz="1425" b="1">
                <a:solidFill>
                  <a:srgbClr val="FFFFFF"/>
                </a:solidFill>
                <a:latin typeface="Fira Sans"/>
                <a:ea typeface="Fira Sans"/>
                <a:cs typeface="Fira Sans"/>
              </a:defRPr>
            </a:pPr>
            <a:r>
              <a:rPr sz="1425" b="1">
                <a:solidFill>
                  <a:srgbClr val="FFFFFF"/>
                </a:solidFill>
                <a:latin typeface="Fira Sans"/>
                <a:ea typeface="Fira Sans"/>
                <a:cs typeface="Fira Sans"/>
              </a:rPr>
              <a:t>Borde rojo</a:t>
            </a:r>
          </a:p>
        </p:txBody>
      </p:sp>
      <p:sp>
        <p:nvSpPr>
          <p:cNvPr id="17" name="">
            <a:extLst xmlns:a="http://schemas.openxmlformats.org/drawingml/2006/main">
              <a:ext uri="{FF2B5EF4-FFF2-40B4-BE49-F238E27FC236}">
                <a16:creationId xmlns:a16="http://schemas.microsoft.com/office/drawing/2014/main" id="{A79C3E7B-2C72-48AA-BC42-A3DAEAB10AF7}"/>
              </a:ext>
            </a:extLst>
          </p:cNvPr>
          <p:cNvSpPr>
            <a:spLocks xmlns:a="http://schemas.openxmlformats.org/drawingml/2006/main" noGrp="1"/>
          </p:cNvSpPr>
          <p:nvPr/>
        </p:nvSpPr>
        <p:spPr>
          <a:xfrm xmlns:a="http://schemas.openxmlformats.org/drawingml/2006/main">
            <a:off x="5124450" y="4943475"/>
            <a:ext cx="2190750" cy="342900"/>
          </a:xfrm>
          <a:prstGeom xmlns:a="http://schemas.openxmlformats.org/drawingml/2006/main" prst="rect">
            <a:avLst/>
          </a:prstGeom>
          <a:solidFill xmlns:a="http://schemas.openxmlformats.org/drawingml/2006/main">
            <a:srgbClr val="008F8A"/>
          </a:solidFill>
          <a:ln xmlns:a="http://schemas.openxmlformats.org/drawingml/2006/main" w="0">
            <a:noFill/>
            <a:prstDash val="solid"/>
          </a:ln>
        </p:spPr>
      </p:sp>
      <p:sp>
        <p:nvSpPr>
          <p:cNvPr id="18" name="Infrarrojo cercano">
            <a:extLst xmlns:a="http://schemas.openxmlformats.org/drawingml/2006/main">
              <a:ext uri="{FF2B5EF4-FFF2-40B4-BE49-F238E27FC236}">
                <a16:creationId xmlns:a16="http://schemas.microsoft.com/office/drawing/2014/main" id="{711E914F-536B-4F8A-845B-1F4D02EEEF44}"/>
              </a:ext>
            </a:extLst>
          </p:cNvPr>
          <p:cNvSpPr>
            <a:spLocks xmlns:a="http://schemas.openxmlformats.org/drawingml/2006/main" noGrp="1"/>
          </p:cNvSpPr>
          <p:nvPr/>
        </p:nvSpPr>
        <p:spPr>
          <a:xfrm xmlns:a="http://schemas.openxmlformats.org/drawingml/2006/main">
            <a:off x="5219700" y="4991100"/>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FFFFFF"/>
                </a:solidFill>
                <a:latin typeface="Fira Sans"/>
                <a:ea typeface="Fira Sans"/>
                <a:cs typeface="Fira Sans"/>
              </a:defRPr>
            </a:defPPr>
            <a:lvl1pPr algn="l">
              <a:defRPr sz="1425" b="1">
                <a:solidFill>
                  <a:srgbClr val="FFFFFF"/>
                </a:solidFill>
                <a:latin typeface="Fira Sans"/>
                <a:ea typeface="Fira Sans"/>
                <a:cs typeface="Fira Sans"/>
              </a:defRPr>
            </a:lvl1pPr>
            <a:lvl2pPr algn="l">
              <a:defRPr sz="1425" b="1">
                <a:solidFill>
                  <a:srgbClr val="FFFFFF"/>
                </a:solidFill>
                <a:latin typeface="Fira Sans"/>
                <a:ea typeface="Fira Sans"/>
                <a:cs typeface="Fira Sans"/>
              </a:defRPr>
            </a:lvl2pPr>
            <a:lvl3pPr algn="l">
              <a:defRPr sz="1425" b="1">
                <a:solidFill>
                  <a:srgbClr val="FFFFFF"/>
                </a:solidFill>
                <a:latin typeface="Fira Sans"/>
                <a:ea typeface="Fira Sans"/>
                <a:cs typeface="Fira Sans"/>
              </a:defRPr>
            </a:lvl3pPr>
            <a:lvl4pPr algn="l">
              <a:defRPr sz="1425" b="1">
                <a:solidFill>
                  <a:srgbClr val="FFFFFF"/>
                </a:solidFill>
                <a:latin typeface="Fira Sans"/>
                <a:ea typeface="Fira Sans"/>
                <a:cs typeface="Fira Sans"/>
              </a:defRPr>
            </a:lvl4pPr>
            <a:lvl5pPr algn="l">
              <a:defRPr sz="1425" b="1">
                <a:solidFill>
                  <a:srgbClr val="FFFFFF"/>
                </a:solidFill>
                <a:latin typeface="Fira Sans"/>
                <a:ea typeface="Fira Sans"/>
                <a:cs typeface="Fira Sans"/>
              </a:defRPr>
            </a:lvl5pPr>
            <a:lvl6pPr algn="l">
              <a:defRPr sz="1425" b="1">
                <a:solidFill>
                  <a:srgbClr val="FFFFFF"/>
                </a:solidFill>
                <a:latin typeface="Fira Sans"/>
                <a:ea typeface="Fira Sans"/>
                <a:cs typeface="Fira Sans"/>
              </a:defRPr>
            </a:lvl6pPr>
            <a:lvl7pPr algn="l">
              <a:defRPr sz="1425" b="1">
                <a:solidFill>
                  <a:srgbClr val="FFFFFF"/>
                </a:solidFill>
                <a:latin typeface="Fira Sans"/>
                <a:ea typeface="Fira Sans"/>
                <a:cs typeface="Fira Sans"/>
              </a:defRPr>
            </a:lvl7pPr>
            <a:lvl8pPr algn="l">
              <a:defRPr sz="1425" b="1">
                <a:solidFill>
                  <a:srgbClr val="FFFFFF"/>
                </a:solidFill>
                <a:latin typeface="Fira Sans"/>
                <a:ea typeface="Fira Sans"/>
                <a:cs typeface="Fira Sans"/>
              </a:defRPr>
            </a:lvl8pPr>
            <a:lvl9pPr algn="l">
              <a:defRPr sz="1425" b="1">
                <a:solidFill>
                  <a:srgbClr val="FFFFFF"/>
                </a:solidFill>
                <a:latin typeface="Fira Sans"/>
                <a:ea typeface="Fira Sans"/>
                <a:cs typeface="Fira Sans"/>
              </a:defRPr>
            </a:lvl9pPr>
          </a:lstStyle>
          <a:p xmlns:a="http://schemas.openxmlformats.org/drawingml/2006/main">
            <a:pPr algn="l">
              <a:defRPr sz="1425" b="1">
                <a:solidFill>
                  <a:srgbClr val="FFFFFF"/>
                </a:solidFill>
                <a:latin typeface="Fira Sans"/>
                <a:ea typeface="Fira Sans"/>
                <a:cs typeface="Fira Sans"/>
              </a:defRPr>
            </a:pPr>
            <a:r>
              <a:rPr sz="1425" b="1">
                <a:solidFill>
                  <a:srgbClr val="FFFFFF"/>
                </a:solidFill>
                <a:latin typeface="Fira Sans"/>
                <a:ea typeface="Fira Sans"/>
                <a:cs typeface="Fira Sans"/>
              </a:rPr>
              <a:t>Infrarrojo cercano</a:t>
            </a:r>
          </a:p>
        </p:txBody>
      </p:sp>
      <p:sp>
        <p:nvSpPr>
          <p:cNvPr id="19" name="Índices sin unidades. La interpretación depende del cultivo ">
            <a:extLst xmlns:a="http://schemas.openxmlformats.org/drawingml/2006/main">
              <a:ext uri="{FF2B5EF4-FFF2-40B4-BE49-F238E27FC236}">
                <a16:creationId xmlns:a16="http://schemas.microsoft.com/office/drawing/2014/main" id="{A001C281-8054-463A-BB38-380F8E029F64}"/>
              </a:ext>
            </a:extLst>
          </p:cNvPr>
          <p:cNvSpPr>
            <a:spLocks xmlns:a="http://schemas.openxmlformats.org/drawingml/2006/main" noGrp="1"/>
          </p:cNvSpPr>
          <p:nvPr/>
        </p:nvSpPr>
        <p:spPr>
          <a:xfrm xmlns:a="http://schemas.openxmlformats.org/drawingml/2006/main">
            <a:off x="533400" y="5886450"/>
            <a:ext cx="1095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Fira Sans"/>
                <a:ea typeface="Fira Sans"/>
                <a:cs typeface="Fira Sans"/>
              </a:defRPr>
            </a:defPPr>
            <a:lvl1pPr algn="l">
              <a:defRPr sz="1875" b="0">
                <a:solidFill>
                  <a:srgbClr val="FFFFFF"/>
                </a:solidFill>
                <a:latin typeface="Fira Sans"/>
                <a:ea typeface="Fira Sans"/>
                <a:cs typeface="Fira Sans"/>
              </a:defRPr>
            </a:lvl1pPr>
            <a:lvl2pPr algn="l">
              <a:defRPr sz="1875" b="0">
                <a:solidFill>
                  <a:srgbClr val="FFFFFF"/>
                </a:solidFill>
                <a:latin typeface="Fira Sans"/>
                <a:ea typeface="Fira Sans"/>
                <a:cs typeface="Fira Sans"/>
              </a:defRPr>
            </a:lvl2pPr>
            <a:lvl3pPr algn="l">
              <a:defRPr sz="1875" b="0">
                <a:solidFill>
                  <a:srgbClr val="FFFFFF"/>
                </a:solidFill>
                <a:latin typeface="Fira Sans"/>
                <a:ea typeface="Fira Sans"/>
                <a:cs typeface="Fira Sans"/>
              </a:defRPr>
            </a:lvl3pPr>
            <a:lvl4pPr algn="l">
              <a:defRPr sz="1875" b="0">
                <a:solidFill>
                  <a:srgbClr val="FFFFFF"/>
                </a:solidFill>
                <a:latin typeface="Fira Sans"/>
                <a:ea typeface="Fira Sans"/>
                <a:cs typeface="Fira Sans"/>
              </a:defRPr>
            </a:lvl4pPr>
            <a:lvl5pPr algn="l">
              <a:defRPr sz="1875" b="0">
                <a:solidFill>
                  <a:srgbClr val="FFFFFF"/>
                </a:solidFill>
                <a:latin typeface="Fira Sans"/>
                <a:ea typeface="Fira Sans"/>
                <a:cs typeface="Fira Sans"/>
              </a:defRPr>
            </a:lvl5pPr>
            <a:lvl6pPr algn="l">
              <a:defRPr sz="1875" b="0">
                <a:solidFill>
                  <a:srgbClr val="FFFFFF"/>
                </a:solidFill>
                <a:latin typeface="Fira Sans"/>
                <a:ea typeface="Fira Sans"/>
                <a:cs typeface="Fira Sans"/>
              </a:defRPr>
            </a:lvl6pPr>
            <a:lvl7pPr algn="l">
              <a:defRPr sz="1875" b="0">
                <a:solidFill>
                  <a:srgbClr val="FFFFFF"/>
                </a:solidFill>
                <a:latin typeface="Fira Sans"/>
                <a:ea typeface="Fira Sans"/>
                <a:cs typeface="Fira Sans"/>
              </a:defRPr>
            </a:lvl7pPr>
            <a:lvl8pPr algn="l">
              <a:defRPr sz="1875" b="0">
                <a:solidFill>
                  <a:srgbClr val="FFFFFF"/>
                </a:solidFill>
                <a:latin typeface="Fira Sans"/>
                <a:ea typeface="Fira Sans"/>
                <a:cs typeface="Fira Sans"/>
              </a:defRPr>
            </a:lvl8pPr>
            <a:lvl9pPr algn="l">
              <a:defRPr sz="1875" b="0">
                <a:solidFill>
                  <a:srgbClr val="FFFFFF"/>
                </a:solidFill>
                <a:latin typeface="Fira Sans"/>
                <a:ea typeface="Fira Sans"/>
                <a:cs typeface="Fira Sans"/>
              </a:defRPr>
            </a:lvl9pPr>
          </a:lstStyle>
          <a:p xmlns:a="http://schemas.openxmlformats.org/drawingml/2006/main">
            <a:pPr algn="l">
              <a:defRPr sz="1875" b="0">
                <a:solidFill>
                  <a:srgbClr val="FFFFFF"/>
                </a:solidFill>
                <a:latin typeface="Fira Sans"/>
                <a:ea typeface="Fira Sans"/>
                <a:cs typeface="Fira Sans"/>
              </a:defRPr>
            </a:pPr>
            <a:r>
              <a:rPr sz="1875" b="0">
                <a:solidFill>
                  <a:srgbClr val="FFFFFF"/>
                </a:solidFill>
                <a:latin typeface="Fira Sans"/>
                <a:ea typeface="Fira Sans"/>
                <a:cs typeface="Fira Sans"/>
              </a:rPr>
              <a:t>Índices sin unidades. La interpretación depende del cultivo y de la captura.</a:t>
            </a:r>
          </a:p>
        </p:txBody>
      </p:sp>
    </p:spTree>
    <p:extLst>
      <p:ext uri="{BB962C8B-B14F-4D97-AF65-F5344CB8AC3E}">
        <p14:creationId xmlns:p14="http://schemas.microsoft.com/office/powerpoint/2010/main" val="343686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stadísticas por parcela">
            <a:extLst xmlns:a="http://schemas.openxmlformats.org/drawingml/2006/main">
              <a:ext uri="{FF2B5EF4-FFF2-40B4-BE49-F238E27FC236}">
                <a16:creationId xmlns:a16="http://schemas.microsoft.com/office/drawing/2014/main" id="{B02A609B-B32E-4FCD-973B-0C2164EFD65B}"/>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Estadísticas por parcela</a:t>
            </a:r>
          </a:p>
        </p:txBody>
      </p:sp>
      <p:pic>
        <p:nvPicPr>
          <p:cNvPr id="2" name="">
            <a:extLst xmlns:a="http://schemas.openxmlformats.org/drawingml/2006/main">
              <a:ext uri="{FF2B5EF4-FFF2-40B4-BE49-F238E27FC236}">
                <a16:creationId xmlns:a16="http://schemas.microsoft.com/office/drawing/2014/main" id="{9F9953C9-6A9A-4B3A-88DB-1E0B2D998AA3}"/>
              </a:ext>
            </a:extLst>
          </p:cNvPr>
          <p:cNvPicPr>
            <a:picLocks xmlns:a="http://schemas.openxmlformats.org/drawingml/2006/main" noChangeAspect="1"/>
          </p:cNvPicPr>
          <p:nvPr/>
        </p:nvPicPr>
        <p:blipFill>
          <a:blip xmlns:r="http://schemas.openxmlformats.org/officeDocument/2006/relationships" xmlns:a="http://schemas.openxmlformats.org/drawingml/2006/main" r:embed="R7c34c040b4c44091"/>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149AC79B-1C22-4356-974D-C3C256C63650}"/>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4">
            <a:extLst xmlns:a="http://schemas.openxmlformats.org/drawingml/2006/main">
              <a:ext uri="{FF2B5EF4-FFF2-40B4-BE49-F238E27FC236}">
                <a16:creationId xmlns:a16="http://schemas.microsoft.com/office/drawing/2014/main" id="{33042CD4-C329-428D-A830-F2A2DB1547BF}"/>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14</a:t>
            </a:r>
          </a:p>
        </p:txBody>
      </p:sp>
      <p:pic>
        <p:nvPicPr>
          <p:cNvPr id="5" name="">
            <a:extLst xmlns:a="http://schemas.openxmlformats.org/drawingml/2006/main">
              <a:ext uri="{FF2B5EF4-FFF2-40B4-BE49-F238E27FC236}">
                <a16:creationId xmlns:a16="http://schemas.microsoft.com/office/drawing/2014/main" id="{FF329606-DE07-46FB-BD5A-D1F4EFE10169}"/>
              </a:ext>
            </a:extLst>
          </p:cNvPr>
          <p:cNvPicPr>
            <a:picLocks xmlns:a="http://schemas.openxmlformats.org/drawingml/2006/main" noChangeAspect="1"/>
          </p:cNvPicPr>
          <p:nvPr/>
        </p:nvPicPr>
        <p:blipFill>
          <a:blip xmlns:r="http://schemas.openxmlformats.org/officeDocument/2006/relationships" xmlns:a="http://schemas.openxmlformats.org/drawingml/2006/main" r:embed="R3ea5bd5154764999"/>
          <a:stretch xmlns:a="http://schemas.openxmlformats.org/drawingml/2006/main"/>
        </p:blipFill>
        <p:spPr>
          <a:xfrm xmlns:a="http://schemas.openxmlformats.org/drawingml/2006/main">
            <a:off x="2270125" y="2143125"/>
            <a:ext cx="7651750" cy="2238375"/>
          </a:xfrm>
          <a:prstGeom xmlns:a="http://schemas.openxmlformats.org/drawingml/2006/main" prst="rect">
            <a:avLst/>
          </a:prstGeom>
        </p:spPr>
      </p:pic>
      <p:sp>
        <p:nvSpPr>
          <p:cNvPr id="6" name="Identificador">
            <a:extLst xmlns:a="http://schemas.openxmlformats.org/drawingml/2006/main">
              <a:ext uri="{FF2B5EF4-FFF2-40B4-BE49-F238E27FC236}">
                <a16:creationId xmlns:a16="http://schemas.microsoft.com/office/drawing/2014/main" id="{9573B351-060A-4A4F-A86A-A3229BE508CB}"/>
              </a:ext>
            </a:extLst>
          </p:cNvPr>
          <p:cNvSpPr>
            <a:spLocks xmlns:a="http://schemas.openxmlformats.org/drawingml/2006/main" noGrp="1"/>
          </p:cNvSpPr>
          <p:nvPr/>
        </p:nvSpPr>
        <p:spPr>
          <a:xfrm xmlns:a="http://schemas.openxmlformats.org/drawingml/2006/main">
            <a:off x="533400" y="46863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Identificador</a:t>
            </a:r>
          </a:p>
        </p:txBody>
      </p:sp>
      <p:sp>
        <p:nvSpPr>
          <p:cNvPr id="7" name="Relaciona cada fila con una parcela.">
            <a:extLst xmlns:a="http://schemas.openxmlformats.org/drawingml/2006/main">
              <a:ext uri="{FF2B5EF4-FFF2-40B4-BE49-F238E27FC236}">
                <a16:creationId xmlns:a16="http://schemas.microsoft.com/office/drawing/2014/main" id="{A6CA01B3-02AE-4200-B31B-16E112488700}"/>
              </a:ext>
            </a:extLst>
          </p:cNvPr>
          <p:cNvSpPr>
            <a:spLocks xmlns:a="http://schemas.openxmlformats.org/drawingml/2006/main" noGrp="1"/>
          </p:cNvSpPr>
          <p:nvPr/>
        </p:nvSpPr>
        <p:spPr>
          <a:xfrm xmlns:a="http://schemas.openxmlformats.org/drawingml/2006/main">
            <a:off x="533400" y="5076825"/>
            <a:ext cx="342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03D4A"/>
                </a:solidFill>
                <a:latin typeface="Fira Sans"/>
                <a:ea typeface="Fira Sans"/>
                <a:cs typeface="Fira Sans"/>
              </a:defRPr>
            </a:defPPr>
            <a:lvl1pPr algn="l">
              <a:defRPr sz="1800" b="0">
                <a:solidFill>
                  <a:srgbClr val="203D4A"/>
                </a:solidFill>
                <a:latin typeface="Fira Sans"/>
                <a:ea typeface="Fira Sans"/>
                <a:cs typeface="Fira Sans"/>
              </a:defRPr>
            </a:lvl1pPr>
            <a:lvl2pPr algn="l">
              <a:defRPr sz="1800" b="0">
                <a:solidFill>
                  <a:srgbClr val="203D4A"/>
                </a:solidFill>
                <a:latin typeface="Fira Sans"/>
                <a:ea typeface="Fira Sans"/>
                <a:cs typeface="Fira Sans"/>
              </a:defRPr>
            </a:lvl2pPr>
            <a:lvl3pPr algn="l">
              <a:defRPr sz="1800" b="0">
                <a:solidFill>
                  <a:srgbClr val="203D4A"/>
                </a:solidFill>
                <a:latin typeface="Fira Sans"/>
                <a:ea typeface="Fira Sans"/>
                <a:cs typeface="Fira Sans"/>
              </a:defRPr>
            </a:lvl3pPr>
            <a:lvl4pPr algn="l">
              <a:defRPr sz="1800" b="0">
                <a:solidFill>
                  <a:srgbClr val="203D4A"/>
                </a:solidFill>
                <a:latin typeface="Fira Sans"/>
                <a:ea typeface="Fira Sans"/>
                <a:cs typeface="Fira Sans"/>
              </a:defRPr>
            </a:lvl4pPr>
            <a:lvl5pPr algn="l">
              <a:defRPr sz="1800" b="0">
                <a:solidFill>
                  <a:srgbClr val="203D4A"/>
                </a:solidFill>
                <a:latin typeface="Fira Sans"/>
                <a:ea typeface="Fira Sans"/>
                <a:cs typeface="Fira Sans"/>
              </a:defRPr>
            </a:lvl5pPr>
            <a:lvl6pPr algn="l">
              <a:defRPr sz="1800" b="0">
                <a:solidFill>
                  <a:srgbClr val="203D4A"/>
                </a:solidFill>
                <a:latin typeface="Fira Sans"/>
                <a:ea typeface="Fira Sans"/>
                <a:cs typeface="Fira Sans"/>
              </a:defRPr>
            </a:lvl6pPr>
            <a:lvl7pPr algn="l">
              <a:defRPr sz="1800" b="0">
                <a:solidFill>
                  <a:srgbClr val="203D4A"/>
                </a:solidFill>
                <a:latin typeface="Fira Sans"/>
                <a:ea typeface="Fira Sans"/>
                <a:cs typeface="Fira Sans"/>
              </a:defRPr>
            </a:lvl7pPr>
            <a:lvl8pPr algn="l">
              <a:defRPr sz="1800" b="0">
                <a:solidFill>
                  <a:srgbClr val="203D4A"/>
                </a:solidFill>
                <a:latin typeface="Fira Sans"/>
                <a:ea typeface="Fira Sans"/>
                <a:cs typeface="Fira Sans"/>
              </a:defRPr>
            </a:lvl8pPr>
            <a:lvl9pPr algn="l">
              <a:defRPr sz="1800" b="0">
                <a:solidFill>
                  <a:srgbClr val="203D4A"/>
                </a:solidFill>
                <a:latin typeface="Fira Sans"/>
                <a:ea typeface="Fira Sans"/>
                <a:cs typeface="Fira Sans"/>
              </a:defRPr>
            </a:lvl9pPr>
          </a:lstStyle>
          <a:p xmlns:a="http://schemas.openxmlformats.org/drawingml/2006/main">
            <a:pPr algn="l">
              <a:defRPr sz="1800" b="0">
                <a:solidFill>
                  <a:srgbClr val="203D4A"/>
                </a:solidFill>
                <a:latin typeface="Fira Sans"/>
                <a:ea typeface="Fira Sans"/>
                <a:cs typeface="Fira Sans"/>
              </a:defRPr>
            </a:pPr>
            <a:r>
              <a:rPr sz="1800" b="0">
                <a:solidFill>
                  <a:srgbClr val="203D4A"/>
                </a:solidFill>
                <a:latin typeface="Fira Sans"/>
                <a:ea typeface="Fira Sans"/>
                <a:cs typeface="Fira Sans"/>
              </a:rPr>
              <a:t>Relaciona cada fila con una parcela.</a:t>
            </a:r>
          </a:p>
        </p:txBody>
      </p:sp>
      <p:sp>
        <p:nvSpPr>
          <p:cNvPr id="8" name="Media del índice">
            <a:extLst xmlns:a="http://schemas.openxmlformats.org/drawingml/2006/main">
              <a:ext uri="{FF2B5EF4-FFF2-40B4-BE49-F238E27FC236}">
                <a16:creationId xmlns:a16="http://schemas.microsoft.com/office/drawing/2014/main" id="{C464458E-08BD-475A-8E8A-3E0423D0B233}"/>
              </a:ext>
            </a:extLst>
          </p:cNvPr>
          <p:cNvSpPr>
            <a:spLocks xmlns:a="http://schemas.openxmlformats.org/drawingml/2006/main" noGrp="1"/>
          </p:cNvSpPr>
          <p:nvPr/>
        </p:nvSpPr>
        <p:spPr>
          <a:xfrm xmlns:a="http://schemas.openxmlformats.org/drawingml/2006/main">
            <a:off x="4391025" y="46863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Media del índice</a:t>
            </a:r>
          </a:p>
        </p:txBody>
      </p:sp>
      <p:sp>
        <p:nvSpPr>
          <p:cNvPr id="9" name="Resume los píxeles de esa parcela.">
            <a:extLst xmlns:a="http://schemas.openxmlformats.org/drawingml/2006/main">
              <a:ext uri="{FF2B5EF4-FFF2-40B4-BE49-F238E27FC236}">
                <a16:creationId xmlns:a16="http://schemas.microsoft.com/office/drawing/2014/main" id="{E85D15BD-5DDA-462A-B58E-0C8C20FAE733}"/>
              </a:ext>
            </a:extLst>
          </p:cNvPr>
          <p:cNvSpPr>
            <a:spLocks xmlns:a="http://schemas.openxmlformats.org/drawingml/2006/main" noGrp="1"/>
          </p:cNvSpPr>
          <p:nvPr/>
        </p:nvSpPr>
        <p:spPr>
          <a:xfrm xmlns:a="http://schemas.openxmlformats.org/drawingml/2006/main">
            <a:off x="4391025" y="5076825"/>
            <a:ext cx="342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03D4A"/>
                </a:solidFill>
                <a:latin typeface="Fira Sans"/>
                <a:ea typeface="Fira Sans"/>
                <a:cs typeface="Fira Sans"/>
              </a:defRPr>
            </a:defPPr>
            <a:lvl1pPr algn="l">
              <a:defRPr sz="1800" b="0">
                <a:solidFill>
                  <a:srgbClr val="203D4A"/>
                </a:solidFill>
                <a:latin typeface="Fira Sans"/>
                <a:ea typeface="Fira Sans"/>
                <a:cs typeface="Fira Sans"/>
              </a:defRPr>
            </a:lvl1pPr>
            <a:lvl2pPr algn="l">
              <a:defRPr sz="1800" b="0">
                <a:solidFill>
                  <a:srgbClr val="203D4A"/>
                </a:solidFill>
                <a:latin typeface="Fira Sans"/>
                <a:ea typeface="Fira Sans"/>
                <a:cs typeface="Fira Sans"/>
              </a:defRPr>
            </a:lvl2pPr>
            <a:lvl3pPr algn="l">
              <a:defRPr sz="1800" b="0">
                <a:solidFill>
                  <a:srgbClr val="203D4A"/>
                </a:solidFill>
                <a:latin typeface="Fira Sans"/>
                <a:ea typeface="Fira Sans"/>
                <a:cs typeface="Fira Sans"/>
              </a:defRPr>
            </a:lvl3pPr>
            <a:lvl4pPr algn="l">
              <a:defRPr sz="1800" b="0">
                <a:solidFill>
                  <a:srgbClr val="203D4A"/>
                </a:solidFill>
                <a:latin typeface="Fira Sans"/>
                <a:ea typeface="Fira Sans"/>
                <a:cs typeface="Fira Sans"/>
              </a:defRPr>
            </a:lvl4pPr>
            <a:lvl5pPr algn="l">
              <a:defRPr sz="1800" b="0">
                <a:solidFill>
                  <a:srgbClr val="203D4A"/>
                </a:solidFill>
                <a:latin typeface="Fira Sans"/>
                <a:ea typeface="Fira Sans"/>
                <a:cs typeface="Fira Sans"/>
              </a:defRPr>
            </a:lvl5pPr>
            <a:lvl6pPr algn="l">
              <a:defRPr sz="1800" b="0">
                <a:solidFill>
                  <a:srgbClr val="203D4A"/>
                </a:solidFill>
                <a:latin typeface="Fira Sans"/>
                <a:ea typeface="Fira Sans"/>
                <a:cs typeface="Fira Sans"/>
              </a:defRPr>
            </a:lvl6pPr>
            <a:lvl7pPr algn="l">
              <a:defRPr sz="1800" b="0">
                <a:solidFill>
                  <a:srgbClr val="203D4A"/>
                </a:solidFill>
                <a:latin typeface="Fira Sans"/>
                <a:ea typeface="Fira Sans"/>
                <a:cs typeface="Fira Sans"/>
              </a:defRPr>
            </a:lvl7pPr>
            <a:lvl8pPr algn="l">
              <a:defRPr sz="1800" b="0">
                <a:solidFill>
                  <a:srgbClr val="203D4A"/>
                </a:solidFill>
                <a:latin typeface="Fira Sans"/>
                <a:ea typeface="Fira Sans"/>
                <a:cs typeface="Fira Sans"/>
              </a:defRPr>
            </a:lvl8pPr>
            <a:lvl9pPr algn="l">
              <a:defRPr sz="1800" b="0">
                <a:solidFill>
                  <a:srgbClr val="203D4A"/>
                </a:solidFill>
                <a:latin typeface="Fira Sans"/>
                <a:ea typeface="Fira Sans"/>
                <a:cs typeface="Fira Sans"/>
              </a:defRPr>
            </a:lvl9pPr>
          </a:lstStyle>
          <a:p xmlns:a="http://schemas.openxmlformats.org/drawingml/2006/main">
            <a:pPr algn="l">
              <a:defRPr sz="1800" b="0">
                <a:solidFill>
                  <a:srgbClr val="203D4A"/>
                </a:solidFill>
                <a:latin typeface="Fira Sans"/>
                <a:ea typeface="Fira Sans"/>
                <a:cs typeface="Fira Sans"/>
              </a:defRPr>
            </a:pPr>
            <a:r>
              <a:rPr sz="1800" b="0">
                <a:solidFill>
                  <a:srgbClr val="203D4A"/>
                </a:solidFill>
                <a:latin typeface="Fira Sans"/>
                <a:ea typeface="Fira Sans"/>
                <a:cs typeface="Fira Sans"/>
              </a:rPr>
              <a:t>Resume los píxeles de esa parcela.</a:t>
            </a:r>
          </a:p>
        </p:txBody>
      </p:sp>
      <p:sp>
        <p:nvSpPr>
          <p:cNvPr id="10" name="Superficie">
            <a:extLst xmlns:a="http://schemas.openxmlformats.org/drawingml/2006/main">
              <a:ext uri="{FF2B5EF4-FFF2-40B4-BE49-F238E27FC236}">
                <a16:creationId xmlns:a16="http://schemas.microsoft.com/office/drawing/2014/main" id="{AB9C7BE3-0586-473B-89F7-1B8C38722A0F}"/>
              </a:ext>
            </a:extLst>
          </p:cNvPr>
          <p:cNvSpPr>
            <a:spLocks xmlns:a="http://schemas.openxmlformats.org/drawingml/2006/main" noGrp="1"/>
          </p:cNvSpPr>
          <p:nvPr/>
        </p:nvSpPr>
        <p:spPr>
          <a:xfrm xmlns:a="http://schemas.openxmlformats.org/drawingml/2006/main">
            <a:off x="8248650" y="46863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Superficie</a:t>
            </a:r>
          </a:p>
        </p:txBody>
      </p:sp>
      <p:sp>
        <p:nvSpPr>
          <p:cNvPr id="11" name="Permite revisar la unidad de análisis.">
            <a:extLst xmlns:a="http://schemas.openxmlformats.org/drawingml/2006/main">
              <a:ext uri="{FF2B5EF4-FFF2-40B4-BE49-F238E27FC236}">
                <a16:creationId xmlns:a16="http://schemas.microsoft.com/office/drawing/2014/main" id="{52D667C3-E773-4359-841D-BF781A4CBAFC}"/>
              </a:ext>
            </a:extLst>
          </p:cNvPr>
          <p:cNvSpPr>
            <a:spLocks xmlns:a="http://schemas.openxmlformats.org/drawingml/2006/main" noGrp="1"/>
          </p:cNvSpPr>
          <p:nvPr/>
        </p:nvSpPr>
        <p:spPr>
          <a:xfrm xmlns:a="http://schemas.openxmlformats.org/drawingml/2006/main">
            <a:off x="8248650" y="5076825"/>
            <a:ext cx="342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03D4A"/>
                </a:solidFill>
                <a:latin typeface="Fira Sans"/>
                <a:ea typeface="Fira Sans"/>
                <a:cs typeface="Fira Sans"/>
              </a:defRPr>
            </a:defPPr>
            <a:lvl1pPr algn="l">
              <a:defRPr sz="1800" b="0">
                <a:solidFill>
                  <a:srgbClr val="203D4A"/>
                </a:solidFill>
                <a:latin typeface="Fira Sans"/>
                <a:ea typeface="Fira Sans"/>
                <a:cs typeface="Fira Sans"/>
              </a:defRPr>
            </a:lvl1pPr>
            <a:lvl2pPr algn="l">
              <a:defRPr sz="1800" b="0">
                <a:solidFill>
                  <a:srgbClr val="203D4A"/>
                </a:solidFill>
                <a:latin typeface="Fira Sans"/>
                <a:ea typeface="Fira Sans"/>
                <a:cs typeface="Fira Sans"/>
              </a:defRPr>
            </a:lvl2pPr>
            <a:lvl3pPr algn="l">
              <a:defRPr sz="1800" b="0">
                <a:solidFill>
                  <a:srgbClr val="203D4A"/>
                </a:solidFill>
                <a:latin typeface="Fira Sans"/>
                <a:ea typeface="Fira Sans"/>
                <a:cs typeface="Fira Sans"/>
              </a:defRPr>
            </a:lvl3pPr>
            <a:lvl4pPr algn="l">
              <a:defRPr sz="1800" b="0">
                <a:solidFill>
                  <a:srgbClr val="203D4A"/>
                </a:solidFill>
                <a:latin typeface="Fira Sans"/>
                <a:ea typeface="Fira Sans"/>
                <a:cs typeface="Fira Sans"/>
              </a:defRPr>
            </a:lvl4pPr>
            <a:lvl5pPr algn="l">
              <a:defRPr sz="1800" b="0">
                <a:solidFill>
                  <a:srgbClr val="203D4A"/>
                </a:solidFill>
                <a:latin typeface="Fira Sans"/>
                <a:ea typeface="Fira Sans"/>
                <a:cs typeface="Fira Sans"/>
              </a:defRPr>
            </a:lvl5pPr>
            <a:lvl6pPr algn="l">
              <a:defRPr sz="1800" b="0">
                <a:solidFill>
                  <a:srgbClr val="203D4A"/>
                </a:solidFill>
                <a:latin typeface="Fira Sans"/>
                <a:ea typeface="Fira Sans"/>
                <a:cs typeface="Fira Sans"/>
              </a:defRPr>
            </a:lvl6pPr>
            <a:lvl7pPr algn="l">
              <a:defRPr sz="1800" b="0">
                <a:solidFill>
                  <a:srgbClr val="203D4A"/>
                </a:solidFill>
                <a:latin typeface="Fira Sans"/>
                <a:ea typeface="Fira Sans"/>
                <a:cs typeface="Fira Sans"/>
              </a:defRPr>
            </a:lvl7pPr>
            <a:lvl8pPr algn="l">
              <a:defRPr sz="1800" b="0">
                <a:solidFill>
                  <a:srgbClr val="203D4A"/>
                </a:solidFill>
                <a:latin typeface="Fira Sans"/>
                <a:ea typeface="Fira Sans"/>
                <a:cs typeface="Fira Sans"/>
              </a:defRPr>
            </a:lvl8pPr>
            <a:lvl9pPr algn="l">
              <a:defRPr sz="1800" b="0">
                <a:solidFill>
                  <a:srgbClr val="203D4A"/>
                </a:solidFill>
                <a:latin typeface="Fira Sans"/>
                <a:ea typeface="Fira Sans"/>
                <a:cs typeface="Fira Sans"/>
              </a:defRPr>
            </a:lvl9pPr>
          </a:lstStyle>
          <a:p xmlns:a="http://schemas.openxmlformats.org/drawingml/2006/main">
            <a:pPr algn="l">
              <a:defRPr sz="1800" b="0">
                <a:solidFill>
                  <a:srgbClr val="203D4A"/>
                </a:solidFill>
                <a:latin typeface="Fira Sans"/>
                <a:ea typeface="Fira Sans"/>
                <a:cs typeface="Fira Sans"/>
              </a:defRPr>
            </a:pPr>
            <a:r>
              <a:rPr sz="1800" b="0">
                <a:solidFill>
                  <a:srgbClr val="203D4A"/>
                </a:solidFill>
                <a:latin typeface="Fira Sans"/>
                <a:ea typeface="Fira Sans"/>
                <a:cs typeface="Fira Sans"/>
              </a:rPr>
              <a:t>Permite revisar la unidad de análisis.</a:t>
            </a:r>
          </a:p>
        </p:txBody>
      </p:sp>
      <p:sp>
        <p:nvSpPr>
          <p:cNvPr id="12" name="Tabla real del ejemplo oficial de estadísticas. Es un caso d">
            <a:extLst xmlns:a="http://schemas.openxmlformats.org/drawingml/2006/main">
              <a:ext uri="{FF2B5EF4-FFF2-40B4-BE49-F238E27FC236}">
                <a16:creationId xmlns:a16="http://schemas.microsoft.com/office/drawing/2014/main" id="{B47E4623-9F79-4BA6-844E-7F9A31ED6270}"/>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hlinkClick xmlns:ns0="http://schemas.openxmlformats.org/officeDocument/2006/relationships" ns0:id="rIdPix4DCredit"/>
              </a:rPr>
              <a:t>Tabla real del ejemplo oficial de estadísticas. Es un caso distinto del ensayo Field trial.</a:t>
            </a:r>
          </a:p>
        </p:txBody>
      </p:sp>
    </p:spTree>
    <p:extLst>
      <p:ext uri="{BB962C8B-B14F-4D97-AF65-F5344CB8AC3E}">
        <p14:creationId xmlns:p14="http://schemas.microsoft.com/office/powerpoint/2010/main" val="11631888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Interpretación y validación">
            <a:extLst xmlns:a="http://schemas.openxmlformats.org/drawingml/2006/main">
              <a:ext uri="{FF2B5EF4-FFF2-40B4-BE49-F238E27FC236}">
                <a16:creationId xmlns:a16="http://schemas.microsoft.com/office/drawing/2014/main" id="{E5EFC473-AC11-4836-B8AB-9E52396B3B7D}"/>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Interpretación y validación</a:t>
            </a:r>
          </a:p>
        </p:txBody>
      </p:sp>
      <p:pic>
        <p:nvPicPr>
          <p:cNvPr id="2" name="">
            <a:extLst xmlns:a="http://schemas.openxmlformats.org/drawingml/2006/main">
              <a:ext uri="{FF2B5EF4-FFF2-40B4-BE49-F238E27FC236}">
                <a16:creationId xmlns:a16="http://schemas.microsoft.com/office/drawing/2014/main" id="{A6C84C2F-6A59-42E4-8B5A-0C93C116F211}"/>
              </a:ext>
            </a:extLst>
          </p:cNvPr>
          <p:cNvPicPr>
            <a:picLocks xmlns:a="http://schemas.openxmlformats.org/drawingml/2006/main" noChangeAspect="1"/>
          </p:cNvPicPr>
          <p:nvPr/>
        </p:nvPicPr>
        <p:blipFill>
          <a:blip xmlns:r="http://schemas.openxmlformats.org/officeDocument/2006/relationships" xmlns:a="http://schemas.openxmlformats.org/drawingml/2006/main" r:embed="Rea914c2ff89945ee"/>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EAB17A86-6771-470A-BA4D-F006A4147AF6}"/>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5">
            <a:extLst xmlns:a="http://schemas.openxmlformats.org/drawingml/2006/main">
              <a:ext uri="{FF2B5EF4-FFF2-40B4-BE49-F238E27FC236}">
                <a16:creationId xmlns:a16="http://schemas.microsoft.com/office/drawing/2014/main" id="{E611389A-572F-41F7-BC52-35097849F339}"/>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15</a:t>
            </a:r>
          </a:p>
        </p:txBody>
      </p:sp>
      <p:pic>
        <p:nvPicPr>
          <p:cNvPr id="5" name="">
            <a:extLst xmlns:a="http://schemas.openxmlformats.org/drawingml/2006/main">
              <a:ext uri="{FF2B5EF4-FFF2-40B4-BE49-F238E27FC236}">
                <a16:creationId xmlns:a16="http://schemas.microsoft.com/office/drawing/2014/main" id="{04E04CA7-195A-4F77-85B3-F01FD233B5A7}"/>
              </a:ext>
            </a:extLst>
          </p:cNvPr>
          <p:cNvPicPr>
            <a:picLocks xmlns:a="http://schemas.openxmlformats.org/drawingml/2006/main" noChangeAspect="1"/>
          </p:cNvPicPr>
          <p:nvPr/>
        </p:nvPicPr>
        <p:blipFill>
          <a:blip xmlns:r="http://schemas.openxmlformats.org/officeDocument/2006/relationships" xmlns:a="http://schemas.openxmlformats.org/drawingml/2006/main" r:embed="R2c3a2786cee746f3"/>
          <a:stretch xmlns:a="http://schemas.openxmlformats.org/drawingml/2006/main"/>
        </p:blipFill>
        <p:spPr>
          <a:xfrm xmlns:a="http://schemas.openxmlformats.org/drawingml/2006/main">
            <a:off x="731922" y="2009775"/>
            <a:ext cx="5889455" cy="3571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61C8862-61D9-403E-B796-F52E8F9C05E7}"/>
              </a:ext>
            </a:extLst>
          </p:cNvPr>
          <p:cNvSpPr>
            <a:spLocks xmlns:a="http://schemas.openxmlformats.org/drawingml/2006/main" noGrp="1"/>
          </p:cNvSpPr>
          <p:nvPr/>
        </p:nvSpPr>
        <p:spPr>
          <a:xfrm xmlns:a="http://schemas.openxmlformats.org/drawingml/2006/main">
            <a:off x="7305675" y="1885950"/>
            <a:ext cx="304800" cy="304800"/>
          </a:xfrm>
          <a:prstGeom xmlns:a="http://schemas.openxmlformats.org/drawingml/2006/main" prst="ellipse">
            <a:avLst/>
          </a:prstGeom>
          <a:solidFill xmlns:a="http://schemas.openxmlformats.org/drawingml/2006/main">
            <a:srgbClr val="008F8A"/>
          </a:solidFill>
          <a:ln xmlns:a="http://schemas.openxmlformats.org/drawingml/2006/main" w="0">
            <a:noFill/>
            <a:prstDash val="solid"/>
          </a:ln>
        </p:spPr>
      </p:sp>
      <p:sp>
        <p:nvSpPr>
          <p:cNvPr id="7" name="1">
            <a:extLst xmlns:a="http://schemas.openxmlformats.org/drawingml/2006/main">
              <a:ext uri="{FF2B5EF4-FFF2-40B4-BE49-F238E27FC236}">
                <a16:creationId xmlns:a16="http://schemas.microsoft.com/office/drawing/2014/main" id="{15EBBFD9-90F1-43EE-A4DA-52CAD6F3C09B}"/>
              </a:ext>
            </a:extLst>
          </p:cNvPr>
          <p:cNvSpPr>
            <a:spLocks xmlns:a="http://schemas.openxmlformats.org/drawingml/2006/main" noGrp="1"/>
          </p:cNvSpPr>
          <p:nvPr/>
        </p:nvSpPr>
        <p:spPr>
          <a:xfrm xmlns:a="http://schemas.openxmlformats.org/drawingml/2006/main">
            <a:off x="7305675" y="1924050"/>
            <a:ext cx="304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1">
                <a:solidFill>
                  <a:srgbClr val="FFFFFF"/>
                </a:solidFill>
                <a:latin typeface="Fira Sans"/>
                <a:ea typeface="Fira Sans"/>
                <a:cs typeface="Fira Sans"/>
              </a:defRPr>
            </a:defPPr>
            <a:lvl1pPr algn="ctr">
              <a:defRPr sz="1350" b="1">
                <a:solidFill>
                  <a:srgbClr val="FFFFFF"/>
                </a:solidFill>
                <a:latin typeface="Fira Sans"/>
                <a:ea typeface="Fira Sans"/>
                <a:cs typeface="Fira Sans"/>
              </a:defRPr>
            </a:lvl1pPr>
            <a:lvl2pPr algn="ctr">
              <a:defRPr sz="1350" b="1">
                <a:solidFill>
                  <a:srgbClr val="FFFFFF"/>
                </a:solidFill>
                <a:latin typeface="Fira Sans"/>
                <a:ea typeface="Fira Sans"/>
                <a:cs typeface="Fira Sans"/>
              </a:defRPr>
            </a:lvl2pPr>
            <a:lvl3pPr algn="ctr">
              <a:defRPr sz="1350" b="1">
                <a:solidFill>
                  <a:srgbClr val="FFFFFF"/>
                </a:solidFill>
                <a:latin typeface="Fira Sans"/>
                <a:ea typeface="Fira Sans"/>
                <a:cs typeface="Fira Sans"/>
              </a:defRPr>
            </a:lvl3pPr>
            <a:lvl4pPr algn="ctr">
              <a:defRPr sz="1350" b="1">
                <a:solidFill>
                  <a:srgbClr val="FFFFFF"/>
                </a:solidFill>
                <a:latin typeface="Fira Sans"/>
                <a:ea typeface="Fira Sans"/>
                <a:cs typeface="Fira Sans"/>
              </a:defRPr>
            </a:lvl4pPr>
            <a:lvl5pPr algn="ctr">
              <a:defRPr sz="1350" b="1">
                <a:solidFill>
                  <a:srgbClr val="FFFFFF"/>
                </a:solidFill>
                <a:latin typeface="Fira Sans"/>
                <a:ea typeface="Fira Sans"/>
                <a:cs typeface="Fira Sans"/>
              </a:defRPr>
            </a:lvl5pPr>
            <a:lvl6pPr algn="ctr">
              <a:defRPr sz="1350" b="1">
                <a:solidFill>
                  <a:srgbClr val="FFFFFF"/>
                </a:solidFill>
                <a:latin typeface="Fira Sans"/>
                <a:ea typeface="Fira Sans"/>
                <a:cs typeface="Fira Sans"/>
              </a:defRPr>
            </a:lvl6pPr>
            <a:lvl7pPr algn="ctr">
              <a:defRPr sz="1350" b="1">
                <a:solidFill>
                  <a:srgbClr val="FFFFFF"/>
                </a:solidFill>
                <a:latin typeface="Fira Sans"/>
                <a:ea typeface="Fira Sans"/>
                <a:cs typeface="Fira Sans"/>
              </a:defRPr>
            </a:lvl7pPr>
            <a:lvl8pPr algn="ctr">
              <a:defRPr sz="1350" b="1">
                <a:solidFill>
                  <a:srgbClr val="FFFFFF"/>
                </a:solidFill>
                <a:latin typeface="Fira Sans"/>
                <a:ea typeface="Fira Sans"/>
                <a:cs typeface="Fira Sans"/>
              </a:defRPr>
            </a:lvl8pPr>
            <a:lvl9pPr algn="ctr">
              <a:defRPr sz="1350" b="1">
                <a:solidFill>
                  <a:srgbClr val="FFFFFF"/>
                </a:solidFill>
                <a:latin typeface="Fira Sans"/>
                <a:ea typeface="Fira Sans"/>
                <a:cs typeface="Fira Sans"/>
              </a:defRPr>
            </a:lvl9pPr>
          </a:lstStyle>
          <a:p xmlns:a="http://schemas.openxmlformats.org/drawingml/2006/main">
            <a:pPr algn="ctr">
              <a:defRPr sz="1350" b="1">
                <a:solidFill>
                  <a:srgbClr val="FFFFFF"/>
                </a:solidFill>
                <a:latin typeface="Fira Sans"/>
                <a:ea typeface="Fira Sans"/>
                <a:cs typeface="Fira Sans"/>
              </a:defRPr>
            </a:pPr>
            <a:r>
              <a:rPr sz="1350" b="1">
                <a:solidFill>
                  <a:srgbClr val="FFFFFF"/>
                </a:solidFill>
                <a:latin typeface="Fira Sans"/>
                <a:ea typeface="Fira Sans"/>
                <a:cs typeface="Fira Sans"/>
              </a:rPr>
              <a:t>1</a:t>
            </a:r>
          </a:p>
        </p:txBody>
      </p:sp>
      <p:sp>
        <p:nvSpPr>
          <p:cNvPr id="8" name="Observación">
            <a:extLst xmlns:a="http://schemas.openxmlformats.org/drawingml/2006/main">
              <a:ext uri="{FF2B5EF4-FFF2-40B4-BE49-F238E27FC236}">
                <a16:creationId xmlns:a16="http://schemas.microsoft.com/office/drawing/2014/main" id="{C6BCF7EA-A5F2-4CA9-9C12-8C5A0F0A994D}"/>
              </a:ext>
            </a:extLst>
          </p:cNvPr>
          <p:cNvSpPr>
            <a:spLocks xmlns:a="http://schemas.openxmlformats.org/drawingml/2006/main" noGrp="1"/>
          </p:cNvSpPr>
          <p:nvPr/>
        </p:nvSpPr>
        <p:spPr>
          <a:xfrm xmlns:a="http://schemas.openxmlformats.org/drawingml/2006/main">
            <a:off x="7791450" y="185737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Observación</a:t>
            </a:r>
          </a:p>
        </p:txBody>
      </p:sp>
      <p:sp>
        <p:nvSpPr>
          <p:cNvPr id="9" name="Diferencia visible en el mapa.">
            <a:extLst xmlns:a="http://schemas.openxmlformats.org/drawingml/2006/main">
              <a:ext uri="{FF2B5EF4-FFF2-40B4-BE49-F238E27FC236}">
                <a16:creationId xmlns:a16="http://schemas.microsoft.com/office/drawing/2014/main" id="{E5017A13-738E-4B3B-9D41-566BB02C67D7}"/>
              </a:ext>
            </a:extLst>
          </p:cNvPr>
          <p:cNvSpPr>
            <a:spLocks xmlns:a="http://schemas.openxmlformats.org/drawingml/2006/main" noGrp="1"/>
          </p:cNvSpPr>
          <p:nvPr/>
        </p:nvSpPr>
        <p:spPr>
          <a:xfrm xmlns:a="http://schemas.openxmlformats.org/drawingml/2006/main">
            <a:off x="7791450" y="2305050"/>
            <a:ext cx="3810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03D4A"/>
                </a:solidFill>
                <a:latin typeface="Fira Sans"/>
                <a:ea typeface="Fira Sans"/>
                <a:cs typeface="Fira Sans"/>
              </a:defRPr>
            </a:defPPr>
            <a:lvl1pPr algn="l">
              <a:defRPr sz="1800" b="0">
                <a:solidFill>
                  <a:srgbClr val="203D4A"/>
                </a:solidFill>
                <a:latin typeface="Fira Sans"/>
                <a:ea typeface="Fira Sans"/>
                <a:cs typeface="Fira Sans"/>
              </a:defRPr>
            </a:lvl1pPr>
            <a:lvl2pPr algn="l">
              <a:defRPr sz="1800" b="0">
                <a:solidFill>
                  <a:srgbClr val="203D4A"/>
                </a:solidFill>
                <a:latin typeface="Fira Sans"/>
                <a:ea typeface="Fira Sans"/>
                <a:cs typeface="Fira Sans"/>
              </a:defRPr>
            </a:lvl2pPr>
            <a:lvl3pPr algn="l">
              <a:defRPr sz="1800" b="0">
                <a:solidFill>
                  <a:srgbClr val="203D4A"/>
                </a:solidFill>
                <a:latin typeface="Fira Sans"/>
                <a:ea typeface="Fira Sans"/>
                <a:cs typeface="Fira Sans"/>
              </a:defRPr>
            </a:lvl3pPr>
            <a:lvl4pPr algn="l">
              <a:defRPr sz="1800" b="0">
                <a:solidFill>
                  <a:srgbClr val="203D4A"/>
                </a:solidFill>
                <a:latin typeface="Fira Sans"/>
                <a:ea typeface="Fira Sans"/>
                <a:cs typeface="Fira Sans"/>
              </a:defRPr>
            </a:lvl4pPr>
            <a:lvl5pPr algn="l">
              <a:defRPr sz="1800" b="0">
                <a:solidFill>
                  <a:srgbClr val="203D4A"/>
                </a:solidFill>
                <a:latin typeface="Fira Sans"/>
                <a:ea typeface="Fira Sans"/>
                <a:cs typeface="Fira Sans"/>
              </a:defRPr>
            </a:lvl5pPr>
            <a:lvl6pPr algn="l">
              <a:defRPr sz="1800" b="0">
                <a:solidFill>
                  <a:srgbClr val="203D4A"/>
                </a:solidFill>
                <a:latin typeface="Fira Sans"/>
                <a:ea typeface="Fira Sans"/>
                <a:cs typeface="Fira Sans"/>
              </a:defRPr>
            </a:lvl6pPr>
            <a:lvl7pPr algn="l">
              <a:defRPr sz="1800" b="0">
                <a:solidFill>
                  <a:srgbClr val="203D4A"/>
                </a:solidFill>
                <a:latin typeface="Fira Sans"/>
                <a:ea typeface="Fira Sans"/>
                <a:cs typeface="Fira Sans"/>
              </a:defRPr>
            </a:lvl7pPr>
            <a:lvl8pPr algn="l">
              <a:defRPr sz="1800" b="0">
                <a:solidFill>
                  <a:srgbClr val="203D4A"/>
                </a:solidFill>
                <a:latin typeface="Fira Sans"/>
                <a:ea typeface="Fira Sans"/>
                <a:cs typeface="Fira Sans"/>
              </a:defRPr>
            </a:lvl8pPr>
            <a:lvl9pPr algn="l">
              <a:defRPr sz="1800" b="0">
                <a:solidFill>
                  <a:srgbClr val="203D4A"/>
                </a:solidFill>
                <a:latin typeface="Fira Sans"/>
                <a:ea typeface="Fira Sans"/>
                <a:cs typeface="Fira Sans"/>
              </a:defRPr>
            </a:lvl9pPr>
          </a:lstStyle>
          <a:p xmlns:a="http://schemas.openxmlformats.org/drawingml/2006/main">
            <a:pPr algn="l">
              <a:defRPr sz="1800" b="0">
                <a:solidFill>
                  <a:srgbClr val="203D4A"/>
                </a:solidFill>
                <a:latin typeface="Fira Sans"/>
                <a:ea typeface="Fira Sans"/>
                <a:cs typeface="Fira Sans"/>
              </a:defRPr>
            </a:pPr>
            <a:r>
              <a:rPr sz="1800" b="0">
                <a:solidFill>
                  <a:srgbClr val="203D4A"/>
                </a:solidFill>
                <a:latin typeface="Fira Sans"/>
                <a:ea typeface="Fira Sans"/>
                <a:cs typeface="Fira Sans"/>
              </a:rPr>
              <a:t>Diferencia visible en el mapa.</a:t>
            </a:r>
          </a:p>
        </p:txBody>
      </p:sp>
      <p:sp>
        <p:nvSpPr>
          <p:cNvPr id="10" name="">
            <a:extLst xmlns:a="http://schemas.openxmlformats.org/drawingml/2006/main">
              <a:ext uri="{FF2B5EF4-FFF2-40B4-BE49-F238E27FC236}">
                <a16:creationId xmlns:a16="http://schemas.microsoft.com/office/drawing/2014/main" id="{222D88F7-59AF-46E0-8FBA-5091B13AE850}"/>
              </a:ext>
            </a:extLst>
          </p:cNvPr>
          <p:cNvSpPr>
            <a:spLocks xmlns:a="http://schemas.openxmlformats.org/drawingml/2006/main" noGrp="1"/>
          </p:cNvSpPr>
          <p:nvPr/>
        </p:nvSpPr>
        <p:spPr>
          <a:xfrm xmlns:a="http://schemas.openxmlformats.org/drawingml/2006/main">
            <a:off x="7305675" y="3190875"/>
            <a:ext cx="304800" cy="304800"/>
          </a:xfrm>
          <a:prstGeom xmlns:a="http://schemas.openxmlformats.org/drawingml/2006/main" prst="ellipse">
            <a:avLst/>
          </a:prstGeom>
          <a:solidFill xmlns:a="http://schemas.openxmlformats.org/drawingml/2006/main">
            <a:srgbClr val="008F8A"/>
          </a:solidFill>
          <a:ln xmlns:a="http://schemas.openxmlformats.org/drawingml/2006/main" w="0">
            <a:noFill/>
            <a:prstDash val="solid"/>
          </a:ln>
        </p:spPr>
      </p:sp>
      <p:sp>
        <p:nvSpPr>
          <p:cNvPr id="11" name="2">
            <a:extLst xmlns:a="http://schemas.openxmlformats.org/drawingml/2006/main">
              <a:ext uri="{FF2B5EF4-FFF2-40B4-BE49-F238E27FC236}">
                <a16:creationId xmlns:a16="http://schemas.microsoft.com/office/drawing/2014/main" id="{435CCD00-1895-419D-BA9C-7AEC31A348C3}"/>
              </a:ext>
            </a:extLst>
          </p:cNvPr>
          <p:cNvSpPr>
            <a:spLocks xmlns:a="http://schemas.openxmlformats.org/drawingml/2006/main" noGrp="1"/>
          </p:cNvSpPr>
          <p:nvPr/>
        </p:nvSpPr>
        <p:spPr>
          <a:xfrm xmlns:a="http://schemas.openxmlformats.org/drawingml/2006/main">
            <a:off x="7305675" y="3228975"/>
            <a:ext cx="304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1">
                <a:solidFill>
                  <a:srgbClr val="FFFFFF"/>
                </a:solidFill>
                <a:latin typeface="Fira Sans"/>
                <a:ea typeface="Fira Sans"/>
                <a:cs typeface="Fira Sans"/>
              </a:defRPr>
            </a:defPPr>
            <a:lvl1pPr algn="ctr">
              <a:defRPr sz="1350" b="1">
                <a:solidFill>
                  <a:srgbClr val="FFFFFF"/>
                </a:solidFill>
                <a:latin typeface="Fira Sans"/>
                <a:ea typeface="Fira Sans"/>
                <a:cs typeface="Fira Sans"/>
              </a:defRPr>
            </a:lvl1pPr>
            <a:lvl2pPr algn="ctr">
              <a:defRPr sz="1350" b="1">
                <a:solidFill>
                  <a:srgbClr val="FFFFFF"/>
                </a:solidFill>
                <a:latin typeface="Fira Sans"/>
                <a:ea typeface="Fira Sans"/>
                <a:cs typeface="Fira Sans"/>
              </a:defRPr>
            </a:lvl2pPr>
            <a:lvl3pPr algn="ctr">
              <a:defRPr sz="1350" b="1">
                <a:solidFill>
                  <a:srgbClr val="FFFFFF"/>
                </a:solidFill>
                <a:latin typeface="Fira Sans"/>
                <a:ea typeface="Fira Sans"/>
                <a:cs typeface="Fira Sans"/>
              </a:defRPr>
            </a:lvl3pPr>
            <a:lvl4pPr algn="ctr">
              <a:defRPr sz="1350" b="1">
                <a:solidFill>
                  <a:srgbClr val="FFFFFF"/>
                </a:solidFill>
                <a:latin typeface="Fira Sans"/>
                <a:ea typeface="Fira Sans"/>
                <a:cs typeface="Fira Sans"/>
              </a:defRPr>
            </a:lvl4pPr>
            <a:lvl5pPr algn="ctr">
              <a:defRPr sz="1350" b="1">
                <a:solidFill>
                  <a:srgbClr val="FFFFFF"/>
                </a:solidFill>
                <a:latin typeface="Fira Sans"/>
                <a:ea typeface="Fira Sans"/>
                <a:cs typeface="Fira Sans"/>
              </a:defRPr>
            </a:lvl5pPr>
            <a:lvl6pPr algn="ctr">
              <a:defRPr sz="1350" b="1">
                <a:solidFill>
                  <a:srgbClr val="FFFFFF"/>
                </a:solidFill>
                <a:latin typeface="Fira Sans"/>
                <a:ea typeface="Fira Sans"/>
                <a:cs typeface="Fira Sans"/>
              </a:defRPr>
            </a:lvl6pPr>
            <a:lvl7pPr algn="ctr">
              <a:defRPr sz="1350" b="1">
                <a:solidFill>
                  <a:srgbClr val="FFFFFF"/>
                </a:solidFill>
                <a:latin typeface="Fira Sans"/>
                <a:ea typeface="Fira Sans"/>
                <a:cs typeface="Fira Sans"/>
              </a:defRPr>
            </a:lvl7pPr>
            <a:lvl8pPr algn="ctr">
              <a:defRPr sz="1350" b="1">
                <a:solidFill>
                  <a:srgbClr val="FFFFFF"/>
                </a:solidFill>
                <a:latin typeface="Fira Sans"/>
                <a:ea typeface="Fira Sans"/>
                <a:cs typeface="Fira Sans"/>
              </a:defRPr>
            </a:lvl8pPr>
            <a:lvl9pPr algn="ctr">
              <a:defRPr sz="1350" b="1">
                <a:solidFill>
                  <a:srgbClr val="FFFFFF"/>
                </a:solidFill>
                <a:latin typeface="Fira Sans"/>
                <a:ea typeface="Fira Sans"/>
                <a:cs typeface="Fira Sans"/>
              </a:defRPr>
            </a:lvl9pPr>
          </a:lstStyle>
          <a:p xmlns:a="http://schemas.openxmlformats.org/drawingml/2006/main">
            <a:pPr algn="ctr">
              <a:defRPr sz="1350" b="1">
                <a:solidFill>
                  <a:srgbClr val="FFFFFF"/>
                </a:solidFill>
                <a:latin typeface="Fira Sans"/>
                <a:ea typeface="Fira Sans"/>
                <a:cs typeface="Fira Sans"/>
              </a:defRPr>
            </a:pPr>
            <a:r>
              <a:rPr sz="1350" b="1">
                <a:solidFill>
                  <a:srgbClr val="FFFFFF"/>
                </a:solidFill>
                <a:latin typeface="Fira Sans"/>
                <a:ea typeface="Fira Sans"/>
                <a:cs typeface="Fira Sans"/>
              </a:rPr>
              <a:t>2</a:t>
            </a:r>
          </a:p>
        </p:txBody>
      </p:sp>
      <p:sp>
        <p:nvSpPr>
          <p:cNvPr id="12" name="Hipótesis">
            <a:extLst xmlns:a="http://schemas.openxmlformats.org/drawingml/2006/main">
              <a:ext uri="{FF2B5EF4-FFF2-40B4-BE49-F238E27FC236}">
                <a16:creationId xmlns:a16="http://schemas.microsoft.com/office/drawing/2014/main" id="{10653D81-A5B9-477E-A03A-8824442B1CD3}"/>
              </a:ext>
            </a:extLst>
          </p:cNvPr>
          <p:cNvSpPr>
            <a:spLocks xmlns:a="http://schemas.openxmlformats.org/drawingml/2006/main" noGrp="1"/>
          </p:cNvSpPr>
          <p:nvPr/>
        </p:nvSpPr>
        <p:spPr>
          <a:xfrm xmlns:a="http://schemas.openxmlformats.org/drawingml/2006/main">
            <a:off x="7791450" y="316230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Hipótesis</a:t>
            </a:r>
          </a:p>
        </p:txBody>
      </p:sp>
      <p:sp>
        <p:nvSpPr>
          <p:cNvPr id="13" name="Cobertura, sombra o condición del cultivo.">
            <a:extLst xmlns:a="http://schemas.openxmlformats.org/drawingml/2006/main">
              <a:ext uri="{FF2B5EF4-FFF2-40B4-BE49-F238E27FC236}">
                <a16:creationId xmlns:a16="http://schemas.microsoft.com/office/drawing/2014/main" id="{870884E4-9724-4A58-A261-68A612012B75}"/>
              </a:ext>
            </a:extLst>
          </p:cNvPr>
          <p:cNvSpPr>
            <a:spLocks xmlns:a="http://schemas.openxmlformats.org/drawingml/2006/main" noGrp="1"/>
          </p:cNvSpPr>
          <p:nvPr/>
        </p:nvSpPr>
        <p:spPr>
          <a:xfrm xmlns:a="http://schemas.openxmlformats.org/drawingml/2006/main">
            <a:off x="7791450" y="3609975"/>
            <a:ext cx="3810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03D4A"/>
                </a:solidFill>
                <a:latin typeface="Fira Sans"/>
                <a:ea typeface="Fira Sans"/>
                <a:cs typeface="Fira Sans"/>
              </a:defRPr>
            </a:defPPr>
            <a:lvl1pPr algn="l">
              <a:defRPr sz="1800" b="0">
                <a:solidFill>
                  <a:srgbClr val="203D4A"/>
                </a:solidFill>
                <a:latin typeface="Fira Sans"/>
                <a:ea typeface="Fira Sans"/>
                <a:cs typeface="Fira Sans"/>
              </a:defRPr>
            </a:lvl1pPr>
            <a:lvl2pPr algn="l">
              <a:defRPr sz="1800" b="0">
                <a:solidFill>
                  <a:srgbClr val="203D4A"/>
                </a:solidFill>
                <a:latin typeface="Fira Sans"/>
                <a:ea typeface="Fira Sans"/>
                <a:cs typeface="Fira Sans"/>
              </a:defRPr>
            </a:lvl2pPr>
            <a:lvl3pPr algn="l">
              <a:defRPr sz="1800" b="0">
                <a:solidFill>
                  <a:srgbClr val="203D4A"/>
                </a:solidFill>
                <a:latin typeface="Fira Sans"/>
                <a:ea typeface="Fira Sans"/>
                <a:cs typeface="Fira Sans"/>
              </a:defRPr>
            </a:lvl3pPr>
            <a:lvl4pPr algn="l">
              <a:defRPr sz="1800" b="0">
                <a:solidFill>
                  <a:srgbClr val="203D4A"/>
                </a:solidFill>
                <a:latin typeface="Fira Sans"/>
                <a:ea typeface="Fira Sans"/>
                <a:cs typeface="Fira Sans"/>
              </a:defRPr>
            </a:lvl4pPr>
            <a:lvl5pPr algn="l">
              <a:defRPr sz="1800" b="0">
                <a:solidFill>
                  <a:srgbClr val="203D4A"/>
                </a:solidFill>
                <a:latin typeface="Fira Sans"/>
                <a:ea typeface="Fira Sans"/>
                <a:cs typeface="Fira Sans"/>
              </a:defRPr>
            </a:lvl5pPr>
            <a:lvl6pPr algn="l">
              <a:defRPr sz="1800" b="0">
                <a:solidFill>
                  <a:srgbClr val="203D4A"/>
                </a:solidFill>
                <a:latin typeface="Fira Sans"/>
                <a:ea typeface="Fira Sans"/>
                <a:cs typeface="Fira Sans"/>
              </a:defRPr>
            </a:lvl6pPr>
            <a:lvl7pPr algn="l">
              <a:defRPr sz="1800" b="0">
                <a:solidFill>
                  <a:srgbClr val="203D4A"/>
                </a:solidFill>
                <a:latin typeface="Fira Sans"/>
                <a:ea typeface="Fira Sans"/>
                <a:cs typeface="Fira Sans"/>
              </a:defRPr>
            </a:lvl7pPr>
            <a:lvl8pPr algn="l">
              <a:defRPr sz="1800" b="0">
                <a:solidFill>
                  <a:srgbClr val="203D4A"/>
                </a:solidFill>
                <a:latin typeface="Fira Sans"/>
                <a:ea typeface="Fira Sans"/>
                <a:cs typeface="Fira Sans"/>
              </a:defRPr>
            </a:lvl8pPr>
            <a:lvl9pPr algn="l">
              <a:defRPr sz="1800" b="0">
                <a:solidFill>
                  <a:srgbClr val="203D4A"/>
                </a:solidFill>
                <a:latin typeface="Fira Sans"/>
                <a:ea typeface="Fira Sans"/>
                <a:cs typeface="Fira Sans"/>
              </a:defRPr>
            </a:lvl9pPr>
          </a:lstStyle>
          <a:p xmlns:a="http://schemas.openxmlformats.org/drawingml/2006/main">
            <a:pPr algn="l">
              <a:defRPr sz="1800" b="0">
                <a:solidFill>
                  <a:srgbClr val="203D4A"/>
                </a:solidFill>
                <a:latin typeface="Fira Sans"/>
                <a:ea typeface="Fira Sans"/>
                <a:cs typeface="Fira Sans"/>
              </a:defRPr>
            </a:pPr>
            <a:r>
              <a:rPr sz="1800" b="0">
                <a:solidFill>
                  <a:srgbClr val="203D4A"/>
                </a:solidFill>
                <a:latin typeface="Fira Sans"/>
                <a:ea typeface="Fira Sans"/>
                <a:cs typeface="Fira Sans"/>
              </a:rPr>
              <a:t>Cobertura, sombra o condición del cultivo.</a:t>
            </a:r>
          </a:p>
        </p:txBody>
      </p:sp>
      <p:sp>
        <p:nvSpPr>
          <p:cNvPr id="14" name="">
            <a:extLst xmlns:a="http://schemas.openxmlformats.org/drawingml/2006/main">
              <a:ext uri="{FF2B5EF4-FFF2-40B4-BE49-F238E27FC236}">
                <a16:creationId xmlns:a16="http://schemas.microsoft.com/office/drawing/2014/main" id="{0239039B-EF5D-4078-8999-356376FE1E01}"/>
              </a:ext>
            </a:extLst>
          </p:cNvPr>
          <p:cNvSpPr>
            <a:spLocks xmlns:a="http://schemas.openxmlformats.org/drawingml/2006/main" noGrp="1"/>
          </p:cNvSpPr>
          <p:nvPr/>
        </p:nvSpPr>
        <p:spPr>
          <a:xfrm xmlns:a="http://schemas.openxmlformats.org/drawingml/2006/main">
            <a:off x="7305675" y="4495800"/>
            <a:ext cx="304800" cy="304800"/>
          </a:xfrm>
          <a:prstGeom xmlns:a="http://schemas.openxmlformats.org/drawingml/2006/main" prst="ellipse">
            <a:avLst/>
          </a:prstGeom>
          <a:solidFill xmlns:a="http://schemas.openxmlformats.org/drawingml/2006/main">
            <a:srgbClr val="008F8A"/>
          </a:solidFill>
          <a:ln xmlns:a="http://schemas.openxmlformats.org/drawingml/2006/main" w="0">
            <a:noFill/>
            <a:prstDash val="solid"/>
          </a:ln>
        </p:spPr>
      </p:sp>
      <p:sp>
        <p:nvSpPr>
          <p:cNvPr id="15" name="3">
            <a:extLst xmlns:a="http://schemas.openxmlformats.org/drawingml/2006/main">
              <a:ext uri="{FF2B5EF4-FFF2-40B4-BE49-F238E27FC236}">
                <a16:creationId xmlns:a16="http://schemas.microsoft.com/office/drawing/2014/main" id="{906D7B59-3350-4CF2-8B6B-253B171EC65D}"/>
              </a:ext>
            </a:extLst>
          </p:cNvPr>
          <p:cNvSpPr>
            <a:spLocks xmlns:a="http://schemas.openxmlformats.org/drawingml/2006/main" noGrp="1"/>
          </p:cNvSpPr>
          <p:nvPr/>
        </p:nvSpPr>
        <p:spPr>
          <a:xfrm xmlns:a="http://schemas.openxmlformats.org/drawingml/2006/main">
            <a:off x="7305675" y="4533900"/>
            <a:ext cx="304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1">
                <a:solidFill>
                  <a:srgbClr val="FFFFFF"/>
                </a:solidFill>
                <a:latin typeface="Fira Sans"/>
                <a:ea typeface="Fira Sans"/>
                <a:cs typeface="Fira Sans"/>
              </a:defRPr>
            </a:defPPr>
            <a:lvl1pPr algn="ctr">
              <a:defRPr sz="1350" b="1">
                <a:solidFill>
                  <a:srgbClr val="FFFFFF"/>
                </a:solidFill>
                <a:latin typeface="Fira Sans"/>
                <a:ea typeface="Fira Sans"/>
                <a:cs typeface="Fira Sans"/>
              </a:defRPr>
            </a:lvl1pPr>
            <a:lvl2pPr algn="ctr">
              <a:defRPr sz="1350" b="1">
                <a:solidFill>
                  <a:srgbClr val="FFFFFF"/>
                </a:solidFill>
                <a:latin typeface="Fira Sans"/>
                <a:ea typeface="Fira Sans"/>
                <a:cs typeface="Fira Sans"/>
              </a:defRPr>
            </a:lvl2pPr>
            <a:lvl3pPr algn="ctr">
              <a:defRPr sz="1350" b="1">
                <a:solidFill>
                  <a:srgbClr val="FFFFFF"/>
                </a:solidFill>
                <a:latin typeface="Fira Sans"/>
                <a:ea typeface="Fira Sans"/>
                <a:cs typeface="Fira Sans"/>
              </a:defRPr>
            </a:lvl3pPr>
            <a:lvl4pPr algn="ctr">
              <a:defRPr sz="1350" b="1">
                <a:solidFill>
                  <a:srgbClr val="FFFFFF"/>
                </a:solidFill>
                <a:latin typeface="Fira Sans"/>
                <a:ea typeface="Fira Sans"/>
                <a:cs typeface="Fira Sans"/>
              </a:defRPr>
            </a:lvl4pPr>
            <a:lvl5pPr algn="ctr">
              <a:defRPr sz="1350" b="1">
                <a:solidFill>
                  <a:srgbClr val="FFFFFF"/>
                </a:solidFill>
                <a:latin typeface="Fira Sans"/>
                <a:ea typeface="Fira Sans"/>
                <a:cs typeface="Fira Sans"/>
              </a:defRPr>
            </a:lvl5pPr>
            <a:lvl6pPr algn="ctr">
              <a:defRPr sz="1350" b="1">
                <a:solidFill>
                  <a:srgbClr val="FFFFFF"/>
                </a:solidFill>
                <a:latin typeface="Fira Sans"/>
                <a:ea typeface="Fira Sans"/>
                <a:cs typeface="Fira Sans"/>
              </a:defRPr>
            </a:lvl6pPr>
            <a:lvl7pPr algn="ctr">
              <a:defRPr sz="1350" b="1">
                <a:solidFill>
                  <a:srgbClr val="FFFFFF"/>
                </a:solidFill>
                <a:latin typeface="Fira Sans"/>
                <a:ea typeface="Fira Sans"/>
                <a:cs typeface="Fira Sans"/>
              </a:defRPr>
            </a:lvl7pPr>
            <a:lvl8pPr algn="ctr">
              <a:defRPr sz="1350" b="1">
                <a:solidFill>
                  <a:srgbClr val="FFFFFF"/>
                </a:solidFill>
                <a:latin typeface="Fira Sans"/>
                <a:ea typeface="Fira Sans"/>
                <a:cs typeface="Fira Sans"/>
              </a:defRPr>
            </a:lvl8pPr>
            <a:lvl9pPr algn="ctr">
              <a:defRPr sz="1350" b="1">
                <a:solidFill>
                  <a:srgbClr val="FFFFFF"/>
                </a:solidFill>
                <a:latin typeface="Fira Sans"/>
                <a:ea typeface="Fira Sans"/>
                <a:cs typeface="Fira Sans"/>
              </a:defRPr>
            </a:lvl9pPr>
          </a:lstStyle>
          <a:p xmlns:a="http://schemas.openxmlformats.org/drawingml/2006/main">
            <a:pPr algn="ctr">
              <a:defRPr sz="1350" b="1">
                <a:solidFill>
                  <a:srgbClr val="FFFFFF"/>
                </a:solidFill>
                <a:latin typeface="Fira Sans"/>
                <a:ea typeface="Fira Sans"/>
                <a:cs typeface="Fira Sans"/>
              </a:defRPr>
            </a:pPr>
            <a:r>
              <a:rPr sz="1350" b="1">
                <a:solidFill>
                  <a:srgbClr val="FFFFFF"/>
                </a:solidFill>
                <a:latin typeface="Fira Sans"/>
                <a:ea typeface="Fira Sans"/>
                <a:cs typeface="Fira Sans"/>
              </a:rPr>
              <a:t>3</a:t>
            </a:r>
          </a:p>
        </p:txBody>
      </p:sp>
      <p:sp>
        <p:nvSpPr>
          <p:cNvPr id="16" name="Verificación">
            <a:extLst xmlns:a="http://schemas.openxmlformats.org/drawingml/2006/main">
              <a:ext uri="{FF2B5EF4-FFF2-40B4-BE49-F238E27FC236}">
                <a16:creationId xmlns:a16="http://schemas.microsoft.com/office/drawing/2014/main" id="{915B5A24-4647-4C59-BC2A-9A8DC2295F55}"/>
              </a:ext>
            </a:extLst>
          </p:cNvPr>
          <p:cNvSpPr>
            <a:spLocks xmlns:a="http://schemas.openxmlformats.org/drawingml/2006/main" noGrp="1"/>
          </p:cNvSpPr>
          <p:nvPr/>
        </p:nvSpPr>
        <p:spPr>
          <a:xfrm xmlns:a="http://schemas.openxmlformats.org/drawingml/2006/main">
            <a:off x="7791450" y="44672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Verificación</a:t>
            </a:r>
          </a:p>
        </p:txBody>
      </p:sp>
      <p:sp>
        <p:nvSpPr>
          <p:cNvPr id="17" name="Inspección y registro en campo.">
            <a:extLst xmlns:a="http://schemas.openxmlformats.org/drawingml/2006/main">
              <a:ext uri="{FF2B5EF4-FFF2-40B4-BE49-F238E27FC236}">
                <a16:creationId xmlns:a16="http://schemas.microsoft.com/office/drawing/2014/main" id="{B25E6ADA-FAD2-46D5-8EED-F09DA0148290}"/>
              </a:ext>
            </a:extLst>
          </p:cNvPr>
          <p:cNvSpPr>
            <a:spLocks xmlns:a="http://schemas.openxmlformats.org/drawingml/2006/main" noGrp="1"/>
          </p:cNvSpPr>
          <p:nvPr/>
        </p:nvSpPr>
        <p:spPr>
          <a:xfrm xmlns:a="http://schemas.openxmlformats.org/drawingml/2006/main">
            <a:off x="7791450" y="4914900"/>
            <a:ext cx="3810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03D4A"/>
                </a:solidFill>
                <a:latin typeface="Fira Sans"/>
                <a:ea typeface="Fira Sans"/>
                <a:cs typeface="Fira Sans"/>
              </a:defRPr>
            </a:defPPr>
            <a:lvl1pPr algn="l">
              <a:defRPr sz="1800" b="0">
                <a:solidFill>
                  <a:srgbClr val="203D4A"/>
                </a:solidFill>
                <a:latin typeface="Fira Sans"/>
                <a:ea typeface="Fira Sans"/>
                <a:cs typeface="Fira Sans"/>
              </a:defRPr>
            </a:lvl1pPr>
            <a:lvl2pPr algn="l">
              <a:defRPr sz="1800" b="0">
                <a:solidFill>
                  <a:srgbClr val="203D4A"/>
                </a:solidFill>
                <a:latin typeface="Fira Sans"/>
                <a:ea typeface="Fira Sans"/>
                <a:cs typeface="Fira Sans"/>
              </a:defRPr>
            </a:lvl2pPr>
            <a:lvl3pPr algn="l">
              <a:defRPr sz="1800" b="0">
                <a:solidFill>
                  <a:srgbClr val="203D4A"/>
                </a:solidFill>
                <a:latin typeface="Fira Sans"/>
                <a:ea typeface="Fira Sans"/>
                <a:cs typeface="Fira Sans"/>
              </a:defRPr>
            </a:lvl3pPr>
            <a:lvl4pPr algn="l">
              <a:defRPr sz="1800" b="0">
                <a:solidFill>
                  <a:srgbClr val="203D4A"/>
                </a:solidFill>
                <a:latin typeface="Fira Sans"/>
                <a:ea typeface="Fira Sans"/>
                <a:cs typeface="Fira Sans"/>
              </a:defRPr>
            </a:lvl4pPr>
            <a:lvl5pPr algn="l">
              <a:defRPr sz="1800" b="0">
                <a:solidFill>
                  <a:srgbClr val="203D4A"/>
                </a:solidFill>
                <a:latin typeface="Fira Sans"/>
                <a:ea typeface="Fira Sans"/>
                <a:cs typeface="Fira Sans"/>
              </a:defRPr>
            </a:lvl5pPr>
            <a:lvl6pPr algn="l">
              <a:defRPr sz="1800" b="0">
                <a:solidFill>
                  <a:srgbClr val="203D4A"/>
                </a:solidFill>
                <a:latin typeface="Fira Sans"/>
                <a:ea typeface="Fira Sans"/>
                <a:cs typeface="Fira Sans"/>
              </a:defRPr>
            </a:lvl6pPr>
            <a:lvl7pPr algn="l">
              <a:defRPr sz="1800" b="0">
                <a:solidFill>
                  <a:srgbClr val="203D4A"/>
                </a:solidFill>
                <a:latin typeface="Fira Sans"/>
                <a:ea typeface="Fira Sans"/>
                <a:cs typeface="Fira Sans"/>
              </a:defRPr>
            </a:lvl7pPr>
            <a:lvl8pPr algn="l">
              <a:defRPr sz="1800" b="0">
                <a:solidFill>
                  <a:srgbClr val="203D4A"/>
                </a:solidFill>
                <a:latin typeface="Fira Sans"/>
                <a:ea typeface="Fira Sans"/>
                <a:cs typeface="Fira Sans"/>
              </a:defRPr>
            </a:lvl8pPr>
            <a:lvl9pPr algn="l">
              <a:defRPr sz="1800" b="0">
                <a:solidFill>
                  <a:srgbClr val="203D4A"/>
                </a:solidFill>
                <a:latin typeface="Fira Sans"/>
                <a:ea typeface="Fira Sans"/>
                <a:cs typeface="Fira Sans"/>
              </a:defRPr>
            </a:lvl9pPr>
          </a:lstStyle>
          <a:p xmlns:a="http://schemas.openxmlformats.org/drawingml/2006/main">
            <a:pPr algn="l">
              <a:defRPr sz="1800" b="0">
                <a:solidFill>
                  <a:srgbClr val="203D4A"/>
                </a:solidFill>
                <a:latin typeface="Fira Sans"/>
                <a:ea typeface="Fira Sans"/>
                <a:cs typeface="Fira Sans"/>
              </a:defRPr>
            </a:pPr>
            <a:r>
              <a:rPr sz="1800" b="0">
                <a:solidFill>
                  <a:srgbClr val="203D4A"/>
                </a:solidFill>
                <a:latin typeface="Fira Sans"/>
                <a:ea typeface="Fira Sans"/>
                <a:cs typeface="Fira Sans"/>
              </a:rPr>
              <a:t>Inspección y registro en campo.</a:t>
            </a:r>
          </a:p>
        </p:txBody>
      </p:sp>
      <p:sp>
        <p:nvSpPr>
          <p:cNvPr id="18" name="Comparación RGB / NDVI del ejemplo oficial de trigo. Courtes">
            <a:extLst xmlns:a="http://schemas.openxmlformats.org/drawingml/2006/main">
              <a:ext uri="{FF2B5EF4-FFF2-40B4-BE49-F238E27FC236}">
                <a16:creationId xmlns:a16="http://schemas.microsoft.com/office/drawing/2014/main" id="{E381CB02-ECFA-420D-B70C-7ADF7C6ABB62}"/>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hlinkClick xmlns:ns0="http://schemas.openxmlformats.org/officeDocument/2006/relationships" ns0:id="rIdPix4DCredit"/>
              </a:rPr>
              <a:t>Comparación RGB / NDVI del ejemplo oficial de trigo. Courtesy of PIX4D / pix4d.com</a:t>
            </a:r>
          </a:p>
        </p:txBody>
      </p:sp>
    </p:spTree>
    <p:extLst>
      <p:ext uri="{BB962C8B-B14F-4D97-AF65-F5344CB8AC3E}">
        <p14:creationId xmlns:p14="http://schemas.microsoft.com/office/powerpoint/2010/main" val="11364152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Malezas en pasturas">
            <a:extLst xmlns:a="http://schemas.openxmlformats.org/drawingml/2006/main">
              <a:ext uri="{FF2B5EF4-FFF2-40B4-BE49-F238E27FC236}">
                <a16:creationId xmlns:a16="http://schemas.microsoft.com/office/drawing/2014/main" id="{2D9F6AD8-894E-4DC8-9F08-65E956FC0145}"/>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Malezas en pasturas</a:t>
            </a:r>
          </a:p>
        </p:txBody>
      </p:sp>
      <p:pic>
        <p:nvPicPr>
          <p:cNvPr id="2" name="">
            <a:extLst xmlns:a="http://schemas.openxmlformats.org/drawingml/2006/main">
              <a:ext uri="{FF2B5EF4-FFF2-40B4-BE49-F238E27FC236}">
                <a16:creationId xmlns:a16="http://schemas.microsoft.com/office/drawing/2014/main" id="{867C8262-4FD2-47B1-B2CA-4A8D226F4D1B}"/>
              </a:ext>
            </a:extLst>
          </p:cNvPr>
          <p:cNvPicPr>
            <a:picLocks xmlns:a="http://schemas.openxmlformats.org/drawingml/2006/main" noChangeAspect="1"/>
          </p:cNvPicPr>
          <p:nvPr/>
        </p:nvPicPr>
        <p:blipFill>
          <a:blip xmlns:r="http://schemas.openxmlformats.org/officeDocument/2006/relationships" xmlns:a="http://schemas.openxmlformats.org/drawingml/2006/main" r:embed="Rf5468126d06b432f"/>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C10B5FEE-650D-4067-98D3-2D0A04E4AB89}"/>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6">
            <a:extLst xmlns:a="http://schemas.openxmlformats.org/drawingml/2006/main">
              <a:ext uri="{FF2B5EF4-FFF2-40B4-BE49-F238E27FC236}">
                <a16:creationId xmlns:a16="http://schemas.microsoft.com/office/drawing/2014/main" id="{0AA4E642-DECA-491C-85A3-D2BA4617B81E}"/>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16</a:t>
            </a:r>
          </a:p>
        </p:txBody>
      </p:sp>
      <p:sp>
        <p:nvSpPr>
          <p:cNvPr id="5" name="Zarzamora en pastura australiana">
            <a:extLst xmlns:a="http://schemas.openxmlformats.org/drawingml/2006/main">
              <a:ext uri="{FF2B5EF4-FFF2-40B4-BE49-F238E27FC236}">
                <a16:creationId xmlns:a16="http://schemas.microsoft.com/office/drawing/2014/main" id="{865703E9-D61E-451F-8671-4E6BDBCF0030}"/>
              </a:ext>
            </a:extLst>
          </p:cNvPr>
          <p:cNvSpPr>
            <a:spLocks xmlns:a="http://schemas.openxmlformats.org/drawingml/2006/main" noGrp="1"/>
          </p:cNvSpPr>
          <p:nvPr/>
        </p:nvSpPr>
        <p:spPr>
          <a:xfrm xmlns:a="http://schemas.openxmlformats.org/drawingml/2006/main">
            <a:off x="533400" y="1676400"/>
            <a:ext cx="1085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749"/>
                </a:solidFill>
                <a:latin typeface="Fira Sans"/>
                <a:ea typeface="Fira Sans"/>
                <a:cs typeface="Fira Sans"/>
              </a:defRPr>
            </a:defPPr>
            <a:lvl1pPr algn="l">
              <a:defRPr sz="2250" b="1">
                <a:solidFill>
                  <a:srgbClr val="153749"/>
                </a:solidFill>
                <a:latin typeface="Fira Sans"/>
                <a:ea typeface="Fira Sans"/>
                <a:cs typeface="Fira Sans"/>
              </a:defRPr>
            </a:lvl1pPr>
            <a:lvl2pPr algn="l">
              <a:defRPr sz="2250" b="1">
                <a:solidFill>
                  <a:srgbClr val="153749"/>
                </a:solidFill>
                <a:latin typeface="Fira Sans"/>
                <a:ea typeface="Fira Sans"/>
                <a:cs typeface="Fira Sans"/>
              </a:defRPr>
            </a:lvl2pPr>
            <a:lvl3pPr algn="l">
              <a:defRPr sz="2250" b="1">
                <a:solidFill>
                  <a:srgbClr val="153749"/>
                </a:solidFill>
                <a:latin typeface="Fira Sans"/>
                <a:ea typeface="Fira Sans"/>
                <a:cs typeface="Fira Sans"/>
              </a:defRPr>
            </a:lvl3pPr>
            <a:lvl4pPr algn="l">
              <a:defRPr sz="2250" b="1">
                <a:solidFill>
                  <a:srgbClr val="153749"/>
                </a:solidFill>
                <a:latin typeface="Fira Sans"/>
                <a:ea typeface="Fira Sans"/>
                <a:cs typeface="Fira Sans"/>
              </a:defRPr>
            </a:lvl4pPr>
            <a:lvl5pPr algn="l">
              <a:defRPr sz="2250" b="1">
                <a:solidFill>
                  <a:srgbClr val="153749"/>
                </a:solidFill>
                <a:latin typeface="Fira Sans"/>
                <a:ea typeface="Fira Sans"/>
                <a:cs typeface="Fira Sans"/>
              </a:defRPr>
            </a:lvl5pPr>
            <a:lvl6pPr algn="l">
              <a:defRPr sz="2250" b="1">
                <a:solidFill>
                  <a:srgbClr val="153749"/>
                </a:solidFill>
                <a:latin typeface="Fira Sans"/>
                <a:ea typeface="Fira Sans"/>
                <a:cs typeface="Fira Sans"/>
              </a:defRPr>
            </a:lvl6pPr>
            <a:lvl7pPr algn="l">
              <a:defRPr sz="2250" b="1">
                <a:solidFill>
                  <a:srgbClr val="153749"/>
                </a:solidFill>
                <a:latin typeface="Fira Sans"/>
                <a:ea typeface="Fira Sans"/>
                <a:cs typeface="Fira Sans"/>
              </a:defRPr>
            </a:lvl7pPr>
            <a:lvl8pPr algn="l">
              <a:defRPr sz="2250" b="1">
                <a:solidFill>
                  <a:srgbClr val="153749"/>
                </a:solidFill>
                <a:latin typeface="Fira Sans"/>
                <a:ea typeface="Fira Sans"/>
                <a:cs typeface="Fira Sans"/>
              </a:defRPr>
            </a:lvl8pPr>
            <a:lvl9pPr algn="l">
              <a:defRPr sz="2250" b="1">
                <a:solidFill>
                  <a:srgbClr val="153749"/>
                </a:solidFill>
                <a:latin typeface="Fira Sans"/>
                <a:ea typeface="Fira Sans"/>
                <a:cs typeface="Fira Sans"/>
              </a:defRPr>
            </a:lvl9pPr>
          </a:lstStyle>
          <a:p xmlns:a="http://schemas.openxmlformats.org/drawingml/2006/main">
            <a:pPr algn="l">
              <a:defRPr sz="2250" b="1">
                <a:solidFill>
                  <a:srgbClr val="153749"/>
                </a:solidFill>
                <a:latin typeface="Fira Sans"/>
                <a:ea typeface="Fira Sans"/>
                <a:cs typeface="Fira Sans"/>
              </a:defRPr>
            </a:pPr>
            <a:r>
              <a:rPr sz="2250" b="1">
                <a:solidFill>
                  <a:srgbClr val="153749"/>
                </a:solidFill>
                <a:latin typeface="Fira Sans"/>
                <a:ea typeface="Fira Sans"/>
                <a:cs typeface="Fira Sans"/>
              </a:rPr>
              <a:t>Zarzamora en pastura australiana</a:t>
            </a:r>
          </a:p>
        </p:txBody>
      </p:sp>
      <p:sp>
        <p:nvSpPr>
          <p:cNvPr id="6" name="01">
            <a:extLst xmlns:a="http://schemas.openxmlformats.org/drawingml/2006/main">
              <a:ext uri="{FF2B5EF4-FFF2-40B4-BE49-F238E27FC236}">
                <a16:creationId xmlns:a16="http://schemas.microsoft.com/office/drawing/2014/main" id="{31C9EC8C-BB92-41A3-920B-383FE4A92D6B}"/>
              </a:ext>
            </a:extLst>
          </p:cNvPr>
          <p:cNvSpPr>
            <a:spLocks xmlns:a="http://schemas.openxmlformats.org/drawingml/2006/main" noGrp="1"/>
          </p:cNvSpPr>
          <p:nvPr/>
        </p:nvSpPr>
        <p:spPr>
          <a:xfrm xmlns:a="http://schemas.openxmlformats.org/drawingml/2006/main">
            <a:off x="533400" y="2705100"/>
            <a:ext cx="2343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01</a:t>
            </a:r>
          </a:p>
        </p:txBody>
      </p:sp>
      <p:sp>
        <p:nvSpPr>
          <p:cNvPr id="7" name="Ortomosaico RGB">
            <a:extLst xmlns:a="http://schemas.openxmlformats.org/drawingml/2006/main">
              <a:ext uri="{FF2B5EF4-FFF2-40B4-BE49-F238E27FC236}">
                <a16:creationId xmlns:a16="http://schemas.microsoft.com/office/drawing/2014/main" id="{B576A138-F1EE-4BFA-877F-8E676242EE69}"/>
              </a:ext>
            </a:extLst>
          </p:cNvPr>
          <p:cNvSpPr>
            <a:spLocks xmlns:a="http://schemas.openxmlformats.org/drawingml/2006/main" noGrp="1"/>
          </p:cNvSpPr>
          <p:nvPr/>
        </p:nvSpPr>
        <p:spPr>
          <a:xfrm xmlns:a="http://schemas.openxmlformats.org/drawingml/2006/main">
            <a:off x="533400" y="3448050"/>
            <a:ext cx="2343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Ortomosaico RGB</a:t>
            </a:r>
          </a:p>
        </p:txBody>
      </p:sp>
      <p:sp>
        <p:nvSpPr>
          <p:cNvPr id="8" name="Identificación visual&#10;del objetivo.">
            <a:extLst xmlns:a="http://schemas.openxmlformats.org/drawingml/2006/main">
              <a:ext uri="{FF2B5EF4-FFF2-40B4-BE49-F238E27FC236}">
                <a16:creationId xmlns:a16="http://schemas.microsoft.com/office/drawing/2014/main" id="{3718C1F5-6E9C-4676-831E-8CFC3300CF31}"/>
              </a:ext>
            </a:extLst>
          </p:cNvPr>
          <p:cNvSpPr>
            <a:spLocks xmlns:a="http://schemas.openxmlformats.org/drawingml/2006/main" noGrp="1"/>
          </p:cNvSpPr>
          <p:nvPr/>
        </p:nvSpPr>
        <p:spPr>
          <a:xfrm xmlns:a="http://schemas.openxmlformats.org/drawingml/2006/main">
            <a:off x="533400" y="42672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Identificación visual</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del objetivo.</a:t>
            </a:r>
          </a:p>
        </p:txBody>
      </p:sp>
      <p:sp>
        <p:nvSpPr>
          <p:cNvPr id="9" name="">
            <a:extLst xmlns:a="http://schemas.openxmlformats.org/drawingml/2006/main">
              <a:ext uri="{FF2B5EF4-FFF2-40B4-BE49-F238E27FC236}">
                <a16:creationId xmlns:a16="http://schemas.microsoft.com/office/drawing/2014/main" id="{7D9A173E-D1A7-4C78-B82E-8797E228CA5F}"/>
              </a:ext>
            </a:extLst>
          </p:cNvPr>
          <p:cNvSpPr>
            <a:spLocks xmlns:a="http://schemas.openxmlformats.org/drawingml/2006/main" noGrp="1"/>
          </p:cNvSpPr>
          <p:nvPr/>
        </p:nvSpPr>
        <p:spPr>
          <a:xfrm xmlns:a="http://schemas.openxmlformats.org/drawingml/2006/main">
            <a:off x="2876550" y="305752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3813">
            <a:solidFill>
              <a:srgbClr val="008F8A"/>
            </a:solidFill>
            <a:prstDash val="solid"/>
          </a:ln>
        </p:spPr>
      </p:sp>
      <p:sp>
        <p:nvSpPr>
          <p:cNvPr id="10" name="">
            <a:extLst xmlns:a="http://schemas.openxmlformats.org/drawingml/2006/main">
              <a:ext uri="{FF2B5EF4-FFF2-40B4-BE49-F238E27FC236}">
                <a16:creationId xmlns:a16="http://schemas.microsoft.com/office/drawing/2014/main" id="{05026EEF-CF4E-48AD-B3D9-27CB35FCD85B}"/>
              </a:ext>
            </a:extLst>
          </p:cNvPr>
          <p:cNvSpPr>
            <a:spLocks xmlns:a="http://schemas.openxmlformats.org/drawingml/2006/main" noGrp="1"/>
          </p:cNvSpPr>
          <p:nvPr/>
        </p:nvSpPr>
        <p:spPr>
          <a:xfrm xmlns:a="http://schemas.openxmlformats.org/drawingml/2006/main">
            <a:off x="3114675" y="300037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1" name="02">
            <a:extLst xmlns:a="http://schemas.openxmlformats.org/drawingml/2006/main">
              <a:ext uri="{FF2B5EF4-FFF2-40B4-BE49-F238E27FC236}">
                <a16:creationId xmlns:a16="http://schemas.microsoft.com/office/drawing/2014/main" id="{B2A4333B-BBB5-4827-8A60-AAB7D3BB43AD}"/>
              </a:ext>
            </a:extLst>
          </p:cNvPr>
          <p:cNvSpPr>
            <a:spLocks xmlns:a="http://schemas.openxmlformats.org/drawingml/2006/main" noGrp="1"/>
          </p:cNvSpPr>
          <p:nvPr/>
        </p:nvSpPr>
        <p:spPr>
          <a:xfrm xmlns:a="http://schemas.openxmlformats.org/drawingml/2006/main">
            <a:off x="3429000" y="2705100"/>
            <a:ext cx="2343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02</a:t>
            </a:r>
          </a:p>
        </p:txBody>
      </p:sp>
      <p:sp>
        <p:nvSpPr>
          <p:cNvPr id="12" name="Wanted">
            <a:extLst xmlns:a="http://schemas.openxmlformats.org/drawingml/2006/main">
              <a:ext uri="{FF2B5EF4-FFF2-40B4-BE49-F238E27FC236}">
                <a16:creationId xmlns:a16="http://schemas.microsoft.com/office/drawing/2014/main" id="{F7A8EC50-F516-4E58-A330-4402B3292DFE}"/>
              </a:ext>
            </a:extLst>
          </p:cNvPr>
          <p:cNvSpPr>
            <a:spLocks xmlns:a="http://schemas.openxmlformats.org/drawingml/2006/main" noGrp="1"/>
          </p:cNvSpPr>
          <p:nvPr/>
        </p:nvSpPr>
        <p:spPr>
          <a:xfrm xmlns:a="http://schemas.openxmlformats.org/drawingml/2006/main">
            <a:off x="3429000" y="3448050"/>
            <a:ext cx="2343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Wanted</a:t>
            </a:r>
          </a:p>
        </p:txBody>
      </p:sp>
      <p:sp>
        <p:nvSpPr>
          <p:cNvPr id="13" name="Celdas con&#10;zarzamora.">
            <a:extLst xmlns:a="http://schemas.openxmlformats.org/drawingml/2006/main">
              <a:ext uri="{FF2B5EF4-FFF2-40B4-BE49-F238E27FC236}">
                <a16:creationId xmlns:a16="http://schemas.microsoft.com/office/drawing/2014/main" id="{395CEA7A-D9E7-4B2B-8FB5-62B8561862CD}"/>
              </a:ext>
            </a:extLst>
          </p:cNvPr>
          <p:cNvSpPr>
            <a:spLocks xmlns:a="http://schemas.openxmlformats.org/drawingml/2006/main" noGrp="1"/>
          </p:cNvSpPr>
          <p:nvPr/>
        </p:nvSpPr>
        <p:spPr>
          <a:xfrm xmlns:a="http://schemas.openxmlformats.org/drawingml/2006/main">
            <a:off x="3429000" y="42672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Celdas con</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zarzamora.</a:t>
            </a:r>
          </a:p>
        </p:txBody>
      </p:sp>
      <p:sp>
        <p:nvSpPr>
          <p:cNvPr id="14" name="">
            <a:extLst xmlns:a="http://schemas.openxmlformats.org/drawingml/2006/main">
              <a:ext uri="{FF2B5EF4-FFF2-40B4-BE49-F238E27FC236}">
                <a16:creationId xmlns:a16="http://schemas.microsoft.com/office/drawing/2014/main" id="{C24AA20D-B865-43E5-AE86-F1806CB33F46}"/>
              </a:ext>
            </a:extLst>
          </p:cNvPr>
          <p:cNvSpPr>
            <a:spLocks xmlns:a="http://schemas.openxmlformats.org/drawingml/2006/main" noGrp="1"/>
          </p:cNvSpPr>
          <p:nvPr/>
        </p:nvSpPr>
        <p:spPr>
          <a:xfrm xmlns:a="http://schemas.openxmlformats.org/drawingml/2006/main">
            <a:off x="5772150" y="305752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3813">
            <a:solidFill>
              <a:srgbClr val="008F8A"/>
            </a:solidFill>
            <a:prstDash val="solid"/>
          </a:ln>
        </p:spPr>
      </p:sp>
      <p:sp>
        <p:nvSpPr>
          <p:cNvPr id="15" name="">
            <a:extLst xmlns:a="http://schemas.openxmlformats.org/drawingml/2006/main">
              <a:ext uri="{FF2B5EF4-FFF2-40B4-BE49-F238E27FC236}">
                <a16:creationId xmlns:a16="http://schemas.microsoft.com/office/drawing/2014/main" id="{5B90BFBE-7E33-4107-B83F-4561C3235D73}"/>
              </a:ext>
            </a:extLst>
          </p:cNvPr>
          <p:cNvSpPr>
            <a:spLocks xmlns:a="http://schemas.openxmlformats.org/drawingml/2006/main" noGrp="1"/>
          </p:cNvSpPr>
          <p:nvPr/>
        </p:nvSpPr>
        <p:spPr>
          <a:xfrm xmlns:a="http://schemas.openxmlformats.org/drawingml/2006/main">
            <a:off x="6010275" y="300037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6" name="03">
            <a:extLst xmlns:a="http://schemas.openxmlformats.org/drawingml/2006/main">
              <a:ext uri="{FF2B5EF4-FFF2-40B4-BE49-F238E27FC236}">
                <a16:creationId xmlns:a16="http://schemas.microsoft.com/office/drawing/2014/main" id="{9188C0E4-A61D-45A6-AECE-63B2938FF081}"/>
              </a:ext>
            </a:extLst>
          </p:cNvPr>
          <p:cNvSpPr>
            <a:spLocks xmlns:a="http://schemas.openxmlformats.org/drawingml/2006/main" noGrp="1"/>
          </p:cNvSpPr>
          <p:nvPr/>
        </p:nvSpPr>
        <p:spPr>
          <a:xfrm xmlns:a="http://schemas.openxmlformats.org/drawingml/2006/main">
            <a:off x="6324600" y="2705100"/>
            <a:ext cx="2343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03</a:t>
            </a:r>
          </a:p>
        </p:txBody>
      </p:sp>
      <p:sp>
        <p:nvSpPr>
          <p:cNvPr id="17" name="Not wanted">
            <a:extLst xmlns:a="http://schemas.openxmlformats.org/drawingml/2006/main">
              <a:ext uri="{FF2B5EF4-FFF2-40B4-BE49-F238E27FC236}">
                <a16:creationId xmlns:a16="http://schemas.microsoft.com/office/drawing/2014/main" id="{26AA21CF-76CC-48DF-9AA0-A5379057B049}"/>
              </a:ext>
            </a:extLst>
          </p:cNvPr>
          <p:cNvSpPr>
            <a:spLocks xmlns:a="http://schemas.openxmlformats.org/drawingml/2006/main" noGrp="1"/>
          </p:cNvSpPr>
          <p:nvPr/>
        </p:nvSpPr>
        <p:spPr>
          <a:xfrm xmlns:a="http://schemas.openxmlformats.org/drawingml/2006/main">
            <a:off x="6324600" y="3448050"/>
            <a:ext cx="2343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Not wanted</a:t>
            </a:r>
          </a:p>
        </p:txBody>
      </p:sp>
      <p:sp>
        <p:nvSpPr>
          <p:cNvPr id="18" name="Pasto y elementos&#10;que deben excluirse.">
            <a:extLst xmlns:a="http://schemas.openxmlformats.org/drawingml/2006/main">
              <a:ext uri="{FF2B5EF4-FFF2-40B4-BE49-F238E27FC236}">
                <a16:creationId xmlns:a16="http://schemas.microsoft.com/office/drawing/2014/main" id="{7014647E-71C7-4ABB-86A2-4F89E1476A77}"/>
              </a:ext>
            </a:extLst>
          </p:cNvPr>
          <p:cNvSpPr>
            <a:spLocks xmlns:a="http://schemas.openxmlformats.org/drawingml/2006/main" noGrp="1"/>
          </p:cNvSpPr>
          <p:nvPr/>
        </p:nvSpPr>
        <p:spPr>
          <a:xfrm xmlns:a="http://schemas.openxmlformats.org/drawingml/2006/main">
            <a:off x="6324600" y="42672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Pasto y elementos</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que deben excluirse.</a:t>
            </a:r>
          </a:p>
        </p:txBody>
      </p:sp>
      <p:sp>
        <p:nvSpPr>
          <p:cNvPr id="19" name="">
            <a:extLst xmlns:a="http://schemas.openxmlformats.org/drawingml/2006/main">
              <a:ext uri="{FF2B5EF4-FFF2-40B4-BE49-F238E27FC236}">
                <a16:creationId xmlns:a16="http://schemas.microsoft.com/office/drawing/2014/main" id="{D0421B54-1E5F-4F41-B65B-33A140279272}"/>
              </a:ext>
            </a:extLst>
          </p:cNvPr>
          <p:cNvSpPr>
            <a:spLocks xmlns:a="http://schemas.openxmlformats.org/drawingml/2006/main" noGrp="1"/>
          </p:cNvSpPr>
          <p:nvPr/>
        </p:nvSpPr>
        <p:spPr>
          <a:xfrm xmlns:a="http://schemas.openxmlformats.org/drawingml/2006/main">
            <a:off x="8667750" y="3057525"/>
            <a:ext cx="323850" cy="9525"/>
          </a:xfrm>
          <a:custGeom xmlns:a="http://schemas.openxmlformats.org/drawingml/2006/main">
            <a:pathLst>
              <a:path w="323850" h="9525">
                <a:moveTo>
                  <a:pt x="0" y="0"/>
                </a:moveTo>
                <a:lnTo>
                  <a:pt x="323850" y="0"/>
                </a:lnTo>
              </a:path>
            </a:pathLst>
          </a:custGeom>
          <a:noFill xmlns:a="http://schemas.openxmlformats.org/drawingml/2006/main"/>
          <a:ln xmlns:a="http://schemas.openxmlformats.org/drawingml/2006/main" w="23813">
            <a:solidFill>
              <a:srgbClr val="008F8A"/>
            </a:solidFill>
            <a:prstDash val="solid"/>
          </a:ln>
        </p:spPr>
      </p:sp>
      <p:sp>
        <p:nvSpPr>
          <p:cNvPr id="20" name="">
            <a:extLst xmlns:a="http://schemas.openxmlformats.org/drawingml/2006/main">
              <a:ext uri="{FF2B5EF4-FFF2-40B4-BE49-F238E27FC236}">
                <a16:creationId xmlns:a16="http://schemas.microsoft.com/office/drawing/2014/main" id="{BB090F9E-2498-4020-B032-1395C4256F4E}"/>
              </a:ext>
            </a:extLst>
          </p:cNvPr>
          <p:cNvSpPr>
            <a:spLocks xmlns:a="http://schemas.openxmlformats.org/drawingml/2006/main" noGrp="1"/>
          </p:cNvSpPr>
          <p:nvPr/>
        </p:nvSpPr>
        <p:spPr>
          <a:xfrm xmlns:a="http://schemas.openxmlformats.org/drawingml/2006/main">
            <a:off x="8905875" y="300037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21" name="04">
            <a:extLst xmlns:a="http://schemas.openxmlformats.org/drawingml/2006/main">
              <a:ext uri="{FF2B5EF4-FFF2-40B4-BE49-F238E27FC236}">
                <a16:creationId xmlns:a16="http://schemas.microsoft.com/office/drawing/2014/main" id="{C4355C01-3E3A-4640-948A-680F674E6BD7}"/>
              </a:ext>
            </a:extLst>
          </p:cNvPr>
          <p:cNvSpPr>
            <a:spLocks xmlns:a="http://schemas.openxmlformats.org/drawingml/2006/main" noGrp="1"/>
          </p:cNvSpPr>
          <p:nvPr/>
        </p:nvSpPr>
        <p:spPr>
          <a:xfrm xmlns:a="http://schemas.openxmlformats.org/drawingml/2006/main">
            <a:off x="9220200" y="2705100"/>
            <a:ext cx="2343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04</a:t>
            </a:r>
          </a:p>
        </p:txBody>
      </p:sp>
      <p:sp>
        <p:nvSpPr>
          <p:cNvPr id="22" name="Revisión">
            <a:extLst xmlns:a="http://schemas.openxmlformats.org/drawingml/2006/main">
              <a:ext uri="{FF2B5EF4-FFF2-40B4-BE49-F238E27FC236}">
                <a16:creationId xmlns:a16="http://schemas.microsoft.com/office/drawing/2014/main" id="{C032FF53-281E-4C73-9C31-DCA0A0C530EB}"/>
              </a:ext>
            </a:extLst>
          </p:cNvPr>
          <p:cNvSpPr>
            <a:spLocks xmlns:a="http://schemas.openxmlformats.org/drawingml/2006/main" noGrp="1"/>
          </p:cNvSpPr>
          <p:nvPr/>
        </p:nvSpPr>
        <p:spPr>
          <a:xfrm xmlns:a="http://schemas.openxmlformats.org/drawingml/2006/main">
            <a:off x="9220200" y="3448050"/>
            <a:ext cx="2343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Revisión</a:t>
            </a:r>
          </a:p>
        </p:txBody>
      </p:sp>
      <p:sp>
        <p:nvSpPr>
          <p:cNvPr id="23" name="Corrección de errores&#10;antes de intervenir.">
            <a:extLst xmlns:a="http://schemas.openxmlformats.org/drawingml/2006/main">
              <a:ext uri="{FF2B5EF4-FFF2-40B4-BE49-F238E27FC236}">
                <a16:creationId xmlns:a16="http://schemas.microsoft.com/office/drawing/2014/main" id="{721BA5AB-6989-44AA-97AA-0BC1F060EC9F}"/>
              </a:ext>
            </a:extLst>
          </p:cNvPr>
          <p:cNvSpPr>
            <a:spLocks xmlns:a="http://schemas.openxmlformats.org/drawingml/2006/main" noGrp="1"/>
          </p:cNvSpPr>
          <p:nvPr/>
        </p:nvSpPr>
        <p:spPr>
          <a:xfrm xmlns:a="http://schemas.openxmlformats.org/drawingml/2006/main">
            <a:off x="9220200" y="42672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Corrección de errores</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antes de intervenir.</a:t>
            </a:r>
          </a:p>
        </p:txBody>
      </p:sp>
      <p:sp>
        <p:nvSpPr>
          <p:cNvPr id="24" name="Diagrama del caso Targeted Operations, PIX4Dfields Essential">
            <a:extLst xmlns:a="http://schemas.openxmlformats.org/drawingml/2006/main">
              <a:ext uri="{FF2B5EF4-FFF2-40B4-BE49-F238E27FC236}">
                <a16:creationId xmlns:a16="http://schemas.microsoft.com/office/drawing/2014/main" id="{9F5646F6-4AE2-4329-88D6-0CFAB68F6ED7}"/>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Diagrama del caso Targeted Operations, PIX4Dfields Essentials. No representa una detección calculada.</a:t>
            </a:r>
          </a:p>
        </p:txBody>
      </p:sp>
    </p:spTree>
    <p:extLst>
      <p:ext uri="{BB962C8B-B14F-4D97-AF65-F5344CB8AC3E}">
        <p14:creationId xmlns:p14="http://schemas.microsoft.com/office/powerpoint/2010/main" val="13672093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Magic Tool">
            <a:extLst xmlns:a="http://schemas.openxmlformats.org/drawingml/2006/main">
              <a:ext uri="{FF2B5EF4-FFF2-40B4-BE49-F238E27FC236}">
                <a16:creationId xmlns:a16="http://schemas.microsoft.com/office/drawing/2014/main" id="{809E2172-51B4-4630-8C16-F41F673EB702}"/>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Magic Tool</a:t>
            </a:r>
          </a:p>
        </p:txBody>
      </p:sp>
      <p:pic>
        <p:nvPicPr>
          <p:cNvPr id="2" name="">
            <a:extLst xmlns:a="http://schemas.openxmlformats.org/drawingml/2006/main">
              <a:ext uri="{FF2B5EF4-FFF2-40B4-BE49-F238E27FC236}">
                <a16:creationId xmlns:a16="http://schemas.microsoft.com/office/drawing/2014/main" id="{04F8F651-0280-4BF9-92DB-B1572D119846}"/>
              </a:ext>
            </a:extLst>
          </p:cNvPr>
          <p:cNvPicPr>
            <a:picLocks xmlns:a="http://schemas.openxmlformats.org/drawingml/2006/main" noChangeAspect="1"/>
          </p:cNvPicPr>
          <p:nvPr/>
        </p:nvPicPr>
        <p:blipFill>
          <a:blip xmlns:r="http://schemas.openxmlformats.org/officeDocument/2006/relationships" xmlns:a="http://schemas.openxmlformats.org/drawingml/2006/main" r:embed="R0f565b3c48c5406c"/>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18437675-5589-444D-B44F-9E798A6B38DF}"/>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7">
            <a:extLst xmlns:a="http://schemas.openxmlformats.org/drawingml/2006/main">
              <a:ext uri="{FF2B5EF4-FFF2-40B4-BE49-F238E27FC236}">
                <a16:creationId xmlns:a16="http://schemas.microsoft.com/office/drawing/2014/main" id="{7D211BD9-452F-412E-A4F9-B4A2CEB7CCE4}"/>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17</a:t>
            </a:r>
          </a:p>
        </p:txBody>
      </p:sp>
      <p:pic>
        <p:nvPicPr>
          <p:cNvPr id="5" name="">
            <a:extLst xmlns:a="http://schemas.openxmlformats.org/drawingml/2006/main">
              <a:ext uri="{FF2B5EF4-FFF2-40B4-BE49-F238E27FC236}">
                <a16:creationId xmlns:a16="http://schemas.microsoft.com/office/drawing/2014/main" id="{95348A8B-3762-4DEE-9821-B75647A51B21}"/>
              </a:ext>
            </a:extLst>
          </p:cNvPr>
          <p:cNvPicPr>
            <a:picLocks xmlns:a="http://schemas.openxmlformats.org/drawingml/2006/main" noChangeAspect="1"/>
          </p:cNvPicPr>
          <p:nvPr/>
        </p:nvPicPr>
        <p:blipFill>
          <a:blip xmlns:r="http://schemas.openxmlformats.org/officeDocument/2006/relationships" xmlns:a="http://schemas.openxmlformats.org/drawingml/2006/main" r:embed="Rcc90ff07e8364432"/>
          <a:stretch xmlns:a="http://schemas.openxmlformats.org/drawingml/2006/main"/>
        </p:blipFill>
        <p:spPr>
          <a:xfrm xmlns:a="http://schemas.openxmlformats.org/drawingml/2006/main">
            <a:off x="929586" y="1704975"/>
            <a:ext cx="2046078" cy="38576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7169FE8-55C7-4350-9A9B-B3D783761402}"/>
              </a:ext>
            </a:extLst>
          </p:cNvPr>
          <p:cNvPicPr>
            <a:picLocks xmlns:a="http://schemas.openxmlformats.org/drawingml/2006/main" noChangeAspect="1"/>
          </p:cNvPicPr>
          <p:nvPr/>
        </p:nvPicPr>
        <p:blipFill>
          <a:blip xmlns:r="http://schemas.openxmlformats.org/officeDocument/2006/relationships" xmlns:a="http://schemas.openxmlformats.org/drawingml/2006/main" r:embed="Rab51ccbc7ec741fc"/>
          <a:stretch xmlns:a="http://schemas.openxmlformats.org/drawingml/2006/main"/>
        </p:blipFill>
        <p:spPr>
          <a:xfrm xmlns:a="http://schemas.openxmlformats.org/drawingml/2006/main">
            <a:off x="4706533" y="1704975"/>
            <a:ext cx="1826434" cy="3857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AB093ED-5A48-480D-906C-C27656D9CC9B}"/>
              </a:ext>
            </a:extLst>
          </p:cNvPr>
          <p:cNvSpPr>
            <a:spLocks xmlns:a="http://schemas.openxmlformats.org/drawingml/2006/main" noGrp="1"/>
          </p:cNvSpPr>
          <p:nvPr/>
        </p:nvSpPr>
        <p:spPr>
          <a:xfrm xmlns:a="http://schemas.openxmlformats.org/drawingml/2006/main">
            <a:off x="3448050" y="3676650"/>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23813">
            <a:solidFill>
              <a:srgbClr val="008F8A"/>
            </a:solidFill>
            <a:prstDash val="solid"/>
          </a:ln>
        </p:spPr>
      </p:sp>
      <p:sp>
        <p:nvSpPr>
          <p:cNvPr id="8" name="">
            <a:extLst xmlns:a="http://schemas.openxmlformats.org/drawingml/2006/main">
              <a:ext uri="{FF2B5EF4-FFF2-40B4-BE49-F238E27FC236}">
                <a16:creationId xmlns:a16="http://schemas.microsoft.com/office/drawing/2014/main" id="{DE893E15-E26F-49F9-BB2D-BC8D6BED343C}"/>
              </a:ext>
            </a:extLst>
          </p:cNvPr>
          <p:cNvSpPr>
            <a:spLocks xmlns:a="http://schemas.openxmlformats.org/drawingml/2006/main" noGrp="1"/>
          </p:cNvSpPr>
          <p:nvPr/>
        </p:nvSpPr>
        <p:spPr>
          <a:xfrm xmlns:a="http://schemas.openxmlformats.org/drawingml/2006/main">
            <a:off x="3971925" y="3619500"/>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9" name="Selección asistida">
            <a:extLst xmlns:a="http://schemas.openxmlformats.org/drawingml/2006/main">
              <a:ext uri="{FF2B5EF4-FFF2-40B4-BE49-F238E27FC236}">
                <a16:creationId xmlns:a16="http://schemas.microsoft.com/office/drawing/2014/main" id="{0756CBB6-1E1A-462A-A71F-645EC1B1D172}"/>
              </a:ext>
            </a:extLst>
          </p:cNvPr>
          <p:cNvSpPr>
            <a:spLocks xmlns:a="http://schemas.openxmlformats.org/drawingml/2006/main" noGrp="1"/>
          </p:cNvSpPr>
          <p:nvPr/>
        </p:nvSpPr>
        <p:spPr>
          <a:xfrm xmlns:a="http://schemas.openxmlformats.org/drawingml/2006/main">
            <a:off x="8020050" y="2000250"/>
            <a:ext cx="3571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Selección asistida</a:t>
            </a:r>
          </a:p>
        </p:txBody>
      </p:sp>
      <p:sp>
        <p:nvSpPr>
          <p:cNvPr id="10" name="Wanted: objetivo buscado.&#10;Not wanted: elementos&#10;que deben ex">
            <a:extLst xmlns:a="http://schemas.openxmlformats.org/drawingml/2006/main">
              <a:ext uri="{FF2B5EF4-FFF2-40B4-BE49-F238E27FC236}">
                <a16:creationId xmlns:a16="http://schemas.microsoft.com/office/drawing/2014/main" id="{38F16FB8-319E-4F9B-A640-53D110BB9B53}"/>
              </a:ext>
            </a:extLst>
          </p:cNvPr>
          <p:cNvSpPr>
            <a:spLocks xmlns:a="http://schemas.openxmlformats.org/drawingml/2006/main" noGrp="1"/>
          </p:cNvSpPr>
          <p:nvPr/>
        </p:nvSpPr>
        <p:spPr>
          <a:xfrm xmlns:a="http://schemas.openxmlformats.org/drawingml/2006/main">
            <a:off x="8020050" y="2428875"/>
            <a:ext cx="357187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Wanted: objetivo buscado.</a:t>
            </a:r>
          </a:p>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Not wanted: elementos</a:t>
            </a:r>
          </a:p>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que deben excluirse.</a:t>
            </a:r>
          </a:p>
        </p:txBody>
      </p:sp>
      <p:sp>
        <p:nvSpPr>
          <p:cNvPr id="11" name="Revisión manual">
            <a:extLst xmlns:a="http://schemas.openxmlformats.org/drawingml/2006/main">
              <a:ext uri="{FF2B5EF4-FFF2-40B4-BE49-F238E27FC236}">
                <a16:creationId xmlns:a16="http://schemas.microsoft.com/office/drawing/2014/main" id="{86BB7555-2995-4604-A5A1-5DEEC61D2E7F}"/>
              </a:ext>
            </a:extLst>
          </p:cNvPr>
          <p:cNvSpPr>
            <a:spLocks xmlns:a="http://schemas.openxmlformats.org/drawingml/2006/main" noGrp="1"/>
          </p:cNvSpPr>
          <p:nvPr/>
        </p:nvSpPr>
        <p:spPr>
          <a:xfrm xmlns:a="http://schemas.openxmlformats.org/drawingml/2006/main">
            <a:off x="8020050" y="4067175"/>
            <a:ext cx="3571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Revisión manual</a:t>
            </a:r>
          </a:p>
        </p:txBody>
      </p:sp>
      <p:sp>
        <p:nvSpPr>
          <p:cNvPr id="12" name="Añadir omisiones.&#10;Eliminar falsos positivos.">
            <a:extLst xmlns:a="http://schemas.openxmlformats.org/drawingml/2006/main">
              <a:ext uri="{FF2B5EF4-FFF2-40B4-BE49-F238E27FC236}">
                <a16:creationId xmlns:a16="http://schemas.microsoft.com/office/drawing/2014/main" id="{6253F5F8-7947-421A-85BC-625CC9417E1A}"/>
              </a:ext>
            </a:extLst>
          </p:cNvPr>
          <p:cNvSpPr>
            <a:spLocks xmlns:a="http://schemas.openxmlformats.org/drawingml/2006/main" noGrp="1"/>
          </p:cNvSpPr>
          <p:nvPr/>
        </p:nvSpPr>
        <p:spPr>
          <a:xfrm xmlns:a="http://schemas.openxmlformats.org/drawingml/2006/main">
            <a:off x="8020050" y="4495800"/>
            <a:ext cx="3571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Añadir omisiones.</a:t>
            </a:r>
          </a:p>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Eliminar falsos positivos.</a:t>
            </a:r>
          </a:p>
        </p:txBody>
      </p:sp>
      <p:sp>
        <p:nvSpPr>
          <p:cNvPr id="13" name="Controles oficiales de Magic Tool. La selección necesita rev">
            <a:extLst xmlns:a="http://schemas.openxmlformats.org/drawingml/2006/main">
              <a:ext uri="{FF2B5EF4-FFF2-40B4-BE49-F238E27FC236}">
                <a16:creationId xmlns:a16="http://schemas.microsoft.com/office/drawing/2014/main" id="{2D1B5D63-2A58-4843-894D-89119EA7832F}"/>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hlinkClick xmlns:ns0="http://schemas.openxmlformats.org/officeDocument/2006/relationships" ns0:id="rIdPix4DCredit"/>
              </a:rPr>
              <a:t>Controles oficiales de Magic Tool. La selección necesita revisión.</a:t>
            </a:r>
          </a:p>
        </p:txBody>
      </p:sp>
    </p:spTree>
    <p:extLst>
      <p:ext uri="{BB962C8B-B14F-4D97-AF65-F5344CB8AC3E}">
        <p14:creationId xmlns:p14="http://schemas.microsoft.com/office/powerpoint/2010/main" val="198996574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 name="Mapa de operación agrícola">
            <a:extLst xmlns:a="http://schemas.openxmlformats.org/drawingml/2006/main">
              <a:ext uri="{FF2B5EF4-FFF2-40B4-BE49-F238E27FC236}">
                <a16:creationId xmlns:a16="http://schemas.microsoft.com/office/drawing/2014/main" id="{7B6A3CE7-5F39-4B40-841A-275BAE6A73FC}"/>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Mapa de operación agrícola</a:t>
            </a:r>
          </a:p>
        </p:txBody>
      </p:sp>
      <p:pic>
        <p:nvPicPr>
          <p:cNvPr id="2" name="">
            <a:extLst xmlns:a="http://schemas.openxmlformats.org/drawingml/2006/main">
              <a:ext uri="{FF2B5EF4-FFF2-40B4-BE49-F238E27FC236}">
                <a16:creationId xmlns:a16="http://schemas.microsoft.com/office/drawing/2014/main" id="{6FEC0F1D-7423-4DC8-969A-D283BCEC96C7}"/>
              </a:ext>
            </a:extLst>
          </p:cNvPr>
          <p:cNvPicPr>
            <a:picLocks xmlns:a="http://schemas.openxmlformats.org/drawingml/2006/main" noChangeAspect="1"/>
          </p:cNvPicPr>
          <p:nvPr/>
        </p:nvPicPr>
        <p:blipFill>
          <a:blip xmlns:r="http://schemas.openxmlformats.org/officeDocument/2006/relationships" xmlns:a="http://schemas.openxmlformats.org/drawingml/2006/main" r:embed="R0edbc087f1c54213"/>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6D92A43F-1F70-4F78-B98C-472582057606}"/>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8">
            <a:extLst xmlns:a="http://schemas.openxmlformats.org/drawingml/2006/main">
              <a:ext uri="{FF2B5EF4-FFF2-40B4-BE49-F238E27FC236}">
                <a16:creationId xmlns:a16="http://schemas.microsoft.com/office/drawing/2014/main" id="{7643476C-06AF-4894-B018-3790D6E68F63}"/>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18</a:t>
            </a:r>
          </a:p>
        </p:txBody>
      </p:sp>
      <p:sp>
        <p:nvSpPr>
          <p:cNvPr id="5" name="">
            <a:extLst xmlns:a="http://schemas.openxmlformats.org/drawingml/2006/main">
              <a:ext uri="{FF2B5EF4-FFF2-40B4-BE49-F238E27FC236}">
                <a16:creationId xmlns:a16="http://schemas.microsoft.com/office/drawing/2014/main" id="{1EF1D360-A529-4D35-B158-91ACF5025010}"/>
              </a:ext>
            </a:extLst>
          </p:cNvPr>
          <p:cNvSpPr>
            <a:spLocks xmlns:a="http://schemas.openxmlformats.org/drawingml/2006/main" noGrp="1"/>
          </p:cNvSpPr>
          <p:nvPr/>
        </p:nvSpPr>
        <p:spPr>
          <a:xfrm xmlns:a="http://schemas.openxmlformats.org/drawingml/2006/main">
            <a:off x="666750" y="1857375"/>
            <a:ext cx="6781800" cy="3429000"/>
          </a:xfrm>
          <a:prstGeom xmlns:a="http://schemas.openxmlformats.org/drawingml/2006/main" prst="rect">
            <a:avLst/>
          </a:prstGeom>
          <a:solidFill xmlns:a="http://schemas.openxmlformats.org/drawingml/2006/main">
            <a:srgbClr val="EDF4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7A84D9-243D-424C-B140-2ED21A90DAEB}"/>
              </a:ext>
            </a:extLst>
          </p:cNvPr>
          <p:cNvSpPr>
            <a:spLocks xmlns:a="http://schemas.openxmlformats.org/drawingml/2006/main" noGrp="1"/>
          </p:cNvSpPr>
          <p:nvPr/>
        </p:nvSpPr>
        <p:spPr>
          <a:xfrm xmlns:a="http://schemas.openxmlformats.org/drawingml/2006/main">
            <a:off x="74295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7" name="">
            <a:extLst xmlns:a="http://schemas.openxmlformats.org/drawingml/2006/main">
              <a:ext uri="{FF2B5EF4-FFF2-40B4-BE49-F238E27FC236}">
                <a16:creationId xmlns:a16="http://schemas.microsoft.com/office/drawing/2014/main" id="{C2D50F54-A8DA-43EF-964E-A3921006FE67}"/>
              </a:ext>
            </a:extLst>
          </p:cNvPr>
          <p:cNvSpPr>
            <a:spLocks xmlns:a="http://schemas.openxmlformats.org/drawingml/2006/main" noGrp="1"/>
          </p:cNvSpPr>
          <p:nvPr/>
        </p:nvSpPr>
        <p:spPr>
          <a:xfrm xmlns:a="http://schemas.openxmlformats.org/drawingml/2006/main">
            <a:off x="129540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 name="">
            <a:extLst xmlns:a="http://schemas.openxmlformats.org/drawingml/2006/main">
              <a:ext uri="{FF2B5EF4-FFF2-40B4-BE49-F238E27FC236}">
                <a16:creationId xmlns:a16="http://schemas.microsoft.com/office/drawing/2014/main" id="{DE230224-6ECB-4BEB-9187-A7CA76943EF3}"/>
              </a:ext>
            </a:extLst>
          </p:cNvPr>
          <p:cNvSpPr>
            <a:spLocks xmlns:a="http://schemas.openxmlformats.org/drawingml/2006/main" noGrp="1"/>
          </p:cNvSpPr>
          <p:nvPr/>
        </p:nvSpPr>
        <p:spPr>
          <a:xfrm xmlns:a="http://schemas.openxmlformats.org/drawingml/2006/main">
            <a:off x="184785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 name="">
            <a:extLst xmlns:a="http://schemas.openxmlformats.org/drawingml/2006/main">
              <a:ext uri="{FF2B5EF4-FFF2-40B4-BE49-F238E27FC236}">
                <a16:creationId xmlns:a16="http://schemas.microsoft.com/office/drawing/2014/main" id="{06861691-9482-4B12-AFEF-F330C0339723}"/>
              </a:ext>
            </a:extLst>
          </p:cNvPr>
          <p:cNvSpPr>
            <a:spLocks xmlns:a="http://schemas.openxmlformats.org/drawingml/2006/main" noGrp="1"/>
          </p:cNvSpPr>
          <p:nvPr/>
        </p:nvSpPr>
        <p:spPr>
          <a:xfrm xmlns:a="http://schemas.openxmlformats.org/drawingml/2006/main">
            <a:off x="240030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 name="">
            <a:extLst xmlns:a="http://schemas.openxmlformats.org/drawingml/2006/main">
              <a:ext uri="{FF2B5EF4-FFF2-40B4-BE49-F238E27FC236}">
                <a16:creationId xmlns:a16="http://schemas.microsoft.com/office/drawing/2014/main" id="{8864F07E-8B6B-4A0A-B10D-97024A808501}"/>
              </a:ext>
            </a:extLst>
          </p:cNvPr>
          <p:cNvSpPr>
            <a:spLocks xmlns:a="http://schemas.openxmlformats.org/drawingml/2006/main" noGrp="1"/>
          </p:cNvSpPr>
          <p:nvPr/>
        </p:nvSpPr>
        <p:spPr>
          <a:xfrm xmlns:a="http://schemas.openxmlformats.org/drawingml/2006/main">
            <a:off x="295275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1" name="">
            <a:extLst xmlns:a="http://schemas.openxmlformats.org/drawingml/2006/main">
              <a:ext uri="{FF2B5EF4-FFF2-40B4-BE49-F238E27FC236}">
                <a16:creationId xmlns:a16="http://schemas.microsoft.com/office/drawing/2014/main" id="{3C1FD2D0-BC7D-43AC-A6C0-648B02A86380}"/>
              </a:ext>
            </a:extLst>
          </p:cNvPr>
          <p:cNvSpPr>
            <a:spLocks xmlns:a="http://schemas.openxmlformats.org/drawingml/2006/main" noGrp="1"/>
          </p:cNvSpPr>
          <p:nvPr/>
        </p:nvSpPr>
        <p:spPr>
          <a:xfrm xmlns:a="http://schemas.openxmlformats.org/drawingml/2006/main">
            <a:off x="350520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2" name="">
            <a:extLst xmlns:a="http://schemas.openxmlformats.org/drawingml/2006/main">
              <a:ext uri="{FF2B5EF4-FFF2-40B4-BE49-F238E27FC236}">
                <a16:creationId xmlns:a16="http://schemas.microsoft.com/office/drawing/2014/main" id="{EB66B937-E0BF-4D71-8CF1-BC2D94E6FA32}"/>
              </a:ext>
            </a:extLst>
          </p:cNvPr>
          <p:cNvSpPr>
            <a:spLocks xmlns:a="http://schemas.openxmlformats.org/drawingml/2006/main" noGrp="1"/>
          </p:cNvSpPr>
          <p:nvPr/>
        </p:nvSpPr>
        <p:spPr>
          <a:xfrm xmlns:a="http://schemas.openxmlformats.org/drawingml/2006/main">
            <a:off x="405765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3" name="">
            <a:extLst xmlns:a="http://schemas.openxmlformats.org/drawingml/2006/main">
              <a:ext uri="{FF2B5EF4-FFF2-40B4-BE49-F238E27FC236}">
                <a16:creationId xmlns:a16="http://schemas.microsoft.com/office/drawing/2014/main" id="{C487CB24-26C0-4066-8C2A-EACBA601F7B2}"/>
              </a:ext>
            </a:extLst>
          </p:cNvPr>
          <p:cNvSpPr>
            <a:spLocks xmlns:a="http://schemas.openxmlformats.org/drawingml/2006/main" noGrp="1"/>
          </p:cNvSpPr>
          <p:nvPr/>
        </p:nvSpPr>
        <p:spPr>
          <a:xfrm xmlns:a="http://schemas.openxmlformats.org/drawingml/2006/main">
            <a:off x="461010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4" name="">
            <a:extLst xmlns:a="http://schemas.openxmlformats.org/drawingml/2006/main">
              <a:ext uri="{FF2B5EF4-FFF2-40B4-BE49-F238E27FC236}">
                <a16:creationId xmlns:a16="http://schemas.microsoft.com/office/drawing/2014/main" id="{71549857-9243-44BC-A0BE-225CB2631AA9}"/>
              </a:ext>
            </a:extLst>
          </p:cNvPr>
          <p:cNvSpPr>
            <a:spLocks xmlns:a="http://schemas.openxmlformats.org/drawingml/2006/main" noGrp="1"/>
          </p:cNvSpPr>
          <p:nvPr/>
        </p:nvSpPr>
        <p:spPr>
          <a:xfrm xmlns:a="http://schemas.openxmlformats.org/drawingml/2006/main">
            <a:off x="516255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5" name="">
            <a:extLst xmlns:a="http://schemas.openxmlformats.org/drawingml/2006/main">
              <a:ext uri="{FF2B5EF4-FFF2-40B4-BE49-F238E27FC236}">
                <a16:creationId xmlns:a16="http://schemas.microsoft.com/office/drawing/2014/main" id="{35782155-BD43-4C38-8A91-E15EDAC6D334}"/>
              </a:ext>
            </a:extLst>
          </p:cNvPr>
          <p:cNvSpPr>
            <a:spLocks xmlns:a="http://schemas.openxmlformats.org/drawingml/2006/main" noGrp="1"/>
          </p:cNvSpPr>
          <p:nvPr/>
        </p:nvSpPr>
        <p:spPr>
          <a:xfrm xmlns:a="http://schemas.openxmlformats.org/drawingml/2006/main">
            <a:off x="571500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6" name="">
            <a:extLst xmlns:a="http://schemas.openxmlformats.org/drawingml/2006/main">
              <a:ext uri="{FF2B5EF4-FFF2-40B4-BE49-F238E27FC236}">
                <a16:creationId xmlns:a16="http://schemas.microsoft.com/office/drawing/2014/main" id="{DB851BF8-9451-418C-AB19-5E9F4FB377FB}"/>
              </a:ext>
            </a:extLst>
          </p:cNvPr>
          <p:cNvSpPr>
            <a:spLocks xmlns:a="http://schemas.openxmlformats.org/drawingml/2006/main" noGrp="1"/>
          </p:cNvSpPr>
          <p:nvPr/>
        </p:nvSpPr>
        <p:spPr>
          <a:xfrm xmlns:a="http://schemas.openxmlformats.org/drawingml/2006/main">
            <a:off x="626745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7" name="">
            <a:extLst xmlns:a="http://schemas.openxmlformats.org/drawingml/2006/main">
              <a:ext uri="{FF2B5EF4-FFF2-40B4-BE49-F238E27FC236}">
                <a16:creationId xmlns:a16="http://schemas.microsoft.com/office/drawing/2014/main" id="{3211A18C-B46D-4178-A040-1E90F6079654}"/>
              </a:ext>
            </a:extLst>
          </p:cNvPr>
          <p:cNvSpPr>
            <a:spLocks xmlns:a="http://schemas.openxmlformats.org/drawingml/2006/main" noGrp="1"/>
          </p:cNvSpPr>
          <p:nvPr/>
        </p:nvSpPr>
        <p:spPr>
          <a:xfrm xmlns:a="http://schemas.openxmlformats.org/drawingml/2006/main">
            <a:off x="6819900" y="19335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8" name="">
            <a:extLst xmlns:a="http://schemas.openxmlformats.org/drawingml/2006/main">
              <a:ext uri="{FF2B5EF4-FFF2-40B4-BE49-F238E27FC236}">
                <a16:creationId xmlns:a16="http://schemas.microsoft.com/office/drawing/2014/main" id="{13B051CB-E6D4-46ED-AF35-BBB572C2BFC9}"/>
              </a:ext>
            </a:extLst>
          </p:cNvPr>
          <p:cNvSpPr>
            <a:spLocks xmlns:a="http://schemas.openxmlformats.org/drawingml/2006/main" noGrp="1"/>
          </p:cNvSpPr>
          <p:nvPr/>
        </p:nvSpPr>
        <p:spPr>
          <a:xfrm xmlns:a="http://schemas.openxmlformats.org/drawingml/2006/main">
            <a:off x="74295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9" name="">
            <a:extLst xmlns:a="http://schemas.openxmlformats.org/drawingml/2006/main">
              <a:ext uri="{FF2B5EF4-FFF2-40B4-BE49-F238E27FC236}">
                <a16:creationId xmlns:a16="http://schemas.microsoft.com/office/drawing/2014/main" id="{944E328F-011B-4D6E-80B0-BCA2AD1FE79F}"/>
              </a:ext>
            </a:extLst>
          </p:cNvPr>
          <p:cNvSpPr>
            <a:spLocks xmlns:a="http://schemas.openxmlformats.org/drawingml/2006/main" noGrp="1"/>
          </p:cNvSpPr>
          <p:nvPr/>
        </p:nvSpPr>
        <p:spPr>
          <a:xfrm xmlns:a="http://schemas.openxmlformats.org/drawingml/2006/main">
            <a:off x="129540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20" name="">
            <a:extLst xmlns:a="http://schemas.openxmlformats.org/drawingml/2006/main">
              <a:ext uri="{FF2B5EF4-FFF2-40B4-BE49-F238E27FC236}">
                <a16:creationId xmlns:a16="http://schemas.microsoft.com/office/drawing/2014/main" id="{68A7364E-A78F-4963-B899-F9692E23DC10}"/>
              </a:ext>
            </a:extLst>
          </p:cNvPr>
          <p:cNvSpPr>
            <a:spLocks xmlns:a="http://schemas.openxmlformats.org/drawingml/2006/main" noGrp="1"/>
          </p:cNvSpPr>
          <p:nvPr/>
        </p:nvSpPr>
        <p:spPr>
          <a:xfrm xmlns:a="http://schemas.openxmlformats.org/drawingml/2006/main">
            <a:off x="184785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21" name="">
            <a:extLst xmlns:a="http://schemas.openxmlformats.org/drawingml/2006/main">
              <a:ext uri="{FF2B5EF4-FFF2-40B4-BE49-F238E27FC236}">
                <a16:creationId xmlns:a16="http://schemas.microsoft.com/office/drawing/2014/main" id="{016E09A9-35E5-46A7-A805-96A0DD7C86AC}"/>
              </a:ext>
            </a:extLst>
          </p:cNvPr>
          <p:cNvSpPr>
            <a:spLocks xmlns:a="http://schemas.openxmlformats.org/drawingml/2006/main" noGrp="1"/>
          </p:cNvSpPr>
          <p:nvPr/>
        </p:nvSpPr>
        <p:spPr>
          <a:xfrm xmlns:a="http://schemas.openxmlformats.org/drawingml/2006/main">
            <a:off x="240030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22" name="">
            <a:extLst xmlns:a="http://schemas.openxmlformats.org/drawingml/2006/main">
              <a:ext uri="{FF2B5EF4-FFF2-40B4-BE49-F238E27FC236}">
                <a16:creationId xmlns:a16="http://schemas.microsoft.com/office/drawing/2014/main" id="{0E757D1D-9B51-47FB-946D-C0DA9AF54EA6}"/>
              </a:ext>
            </a:extLst>
          </p:cNvPr>
          <p:cNvSpPr>
            <a:spLocks xmlns:a="http://schemas.openxmlformats.org/drawingml/2006/main" noGrp="1"/>
          </p:cNvSpPr>
          <p:nvPr/>
        </p:nvSpPr>
        <p:spPr>
          <a:xfrm xmlns:a="http://schemas.openxmlformats.org/drawingml/2006/main">
            <a:off x="295275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23" name="">
            <a:extLst xmlns:a="http://schemas.openxmlformats.org/drawingml/2006/main">
              <a:ext uri="{FF2B5EF4-FFF2-40B4-BE49-F238E27FC236}">
                <a16:creationId xmlns:a16="http://schemas.microsoft.com/office/drawing/2014/main" id="{A94D9048-2F18-4328-A63C-533E411B0E08}"/>
              </a:ext>
            </a:extLst>
          </p:cNvPr>
          <p:cNvSpPr>
            <a:spLocks xmlns:a="http://schemas.openxmlformats.org/drawingml/2006/main" noGrp="1"/>
          </p:cNvSpPr>
          <p:nvPr/>
        </p:nvSpPr>
        <p:spPr>
          <a:xfrm xmlns:a="http://schemas.openxmlformats.org/drawingml/2006/main">
            <a:off x="350520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24" name="">
            <a:extLst xmlns:a="http://schemas.openxmlformats.org/drawingml/2006/main">
              <a:ext uri="{FF2B5EF4-FFF2-40B4-BE49-F238E27FC236}">
                <a16:creationId xmlns:a16="http://schemas.microsoft.com/office/drawing/2014/main" id="{BEF230B9-CC1A-40E6-A99B-A4B467E47973}"/>
              </a:ext>
            </a:extLst>
          </p:cNvPr>
          <p:cNvSpPr>
            <a:spLocks xmlns:a="http://schemas.openxmlformats.org/drawingml/2006/main" noGrp="1"/>
          </p:cNvSpPr>
          <p:nvPr/>
        </p:nvSpPr>
        <p:spPr>
          <a:xfrm xmlns:a="http://schemas.openxmlformats.org/drawingml/2006/main">
            <a:off x="405765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25" name="">
            <a:extLst xmlns:a="http://schemas.openxmlformats.org/drawingml/2006/main">
              <a:ext uri="{FF2B5EF4-FFF2-40B4-BE49-F238E27FC236}">
                <a16:creationId xmlns:a16="http://schemas.microsoft.com/office/drawing/2014/main" id="{804A3969-679D-410E-BFC6-9C79F61E4F67}"/>
              </a:ext>
            </a:extLst>
          </p:cNvPr>
          <p:cNvSpPr>
            <a:spLocks xmlns:a="http://schemas.openxmlformats.org/drawingml/2006/main" noGrp="1"/>
          </p:cNvSpPr>
          <p:nvPr/>
        </p:nvSpPr>
        <p:spPr>
          <a:xfrm xmlns:a="http://schemas.openxmlformats.org/drawingml/2006/main">
            <a:off x="461010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26" name="">
            <a:extLst xmlns:a="http://schemas.openxmlformats.org/drawingml/2006/main">
              <a:ext uri="{FF2B5EF4-FFF2-40B4-BE49-F238E27FC236}">
                <a16:creationId xmlns:a16="http://schemas.microsoft.com/office/drawing/2014/main" id="{9C65CF67-59ED-4B46-84D2-4466E9237785}"/>
              </a:ext>
            </a:extLst>
          </p:cNvPr>
          <p:cNvSpPr>
            <a:spLocks xmlns:a="http://schemas.openxmlformats.org/drawingml/2006/main" noGrp="1"/>
          </p:cNvSpPr>
          <p:nvPr/>
        </p:nvSpPr>
        <p:spPr>
          <a:xfrm xmlns:a="http://schemas.openxmlformats.org/drawingml/2006/main">
            <a:off x="5162550" y="234315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27" name="">
            <a:extLst xmlns:a="http://schemas.openxmlformats.org/drawingml/2006/main">
              <a:ext uri="{FF2B5EF4-FFF2-40B4-BE49-F238E27FC236}">
                <a16:creationId xmlns:a16="http://schemas.microsoft.com/office/drawing/2014/main" id="{61EA87EB-5645-4C37-A434-41860B501AA1}"/>
              </a:ext>
            </a:extLst>
          </p:cNvPr>
          <p:cNvSpPr>
            <a:spLocks xmlns:a="http://schemas.openxmlformats.org/drawingml/2006/main" noGrp="1"/>
          </p:cNvSpPr>
          <p:nvPr/>
        </p:nvSpPr>
        <p:spPr>
          <a:xfrm xmlns:a="http://schemas.openxmlformats.org/drawingml/2006/main">
            <a:off x="5715000" y="234315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28" name="">
            <a:extLst xmlns:a="http://schemas.openxmlformats.org/drawingml/2006/main">
              <a:ext uri="{FF2B5EF4-FFF2-40B4-BE49-F238E27FC236}">
                <a16:creationId xmlns:a16="http://schemas.microsoft.com/office/drawing/2014/main" id="{931CEFE3-8214-4503-8640-32D6EEF1C615}"/>
              </a:ext>
            </a:extLst>
          </p:cNvPr>
          <p:cNvSpPr>
            <a:spLocks xmlns:a="http://schemas.openxmlformats.org/drawingml/2006/main" noGrp="1"/>
          </p:cNvSpPr>
          <p:nvPr/>
        </p:nvSpPr>
        <p:spPr>
          <a:xfrm xmlns:a="http://schemas.openxmlformats.org/drawingml/2006/main">
            <a:off x="626745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29" name="">
            <a:extLst xmlns:a="http://schemas.openxmlformats.org/drawingml/2006/main">
              <a:ext uri="{FF2B5EF4-FFF2-40B4-BE49-F238E27FC236}">
                <a16:creationId xmlns:a16="http://schemas.microsoft.com/office/drawing/2014/main" id="{66E2276F-CD71-4325-AF44-F6787EC8CCC0}"/>
              </a:ext>
            </a:extLst>
          </p:cNvPr>
          <p:cNvSpPr>
            <a:spLocks xmlns:a="http://schemas.openxmlformats.org/drawingml/2006/main" noGrp="1"/>
          </p:cNvSpPr>
          <p:nvPr/>
        </p:nvSpPr>
        <p:spPr>
          <a:xfrm xmlns:a="http://schemas.openxmlformats.org/drawingml/2006/main">
            <a:off x="6819900" y="23431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30" name="">
            <a:extLst xmlns:a="http://schemas.openxmlformats.org/drawingml/2006/main">
              <a:ext uri="{FF2B5EF4-FFF2-40B4-BE49-F238E27FC236}">
                <a16:creationId xmlns:a16="http://schemas.microsoft.com/office/drawing/2014/main" id="{E4970E5D-D9FF-4B27-90EE-17D346AA78BD}"/>
              </a:ext>
            </a:extLst>
          </p:cNvPr>
          <p:cNvSpPr>
            <a:spLocks xmlns:a="http://schemas.openxmlformats.org/drawingml/2006/main" noGrp="1"/>
          </p:cNvSpPr>
          <p:nvPr/>
        </p:nvSpPr>
        <p:spPr>
          <a:xfrm xmlns:a="http://schemas.openxmlformats.org/drawingml/2006/main">
            <a:off x="742950" y="27527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31" name="">
            <a:extLst xmlns:a="http://schemas.openxmlformats.org/drawingml/2006/main">
              <a:ext uri="{FF2B5EF4-FFF2-40B4-BE49-F238E27FC236}">
                <a16:creationId xmlns:a16="http://schemas.microsoft.com/office/drawing/2014/main" id="{B7F8DDE4-DB85-494C-BFCE-849F1B0AB5E2}"/>
              </a:ext>
            </a:extLst>
          </p:cNvPr>
          <p:cNvSpPr>
            <a:spLocks xmlns:a="http://schemas.openxmlformats.org/drawingml/2006/main" noGrp="1"/>
          </p:cNvSpPr>
          <p:nvPr/>
        </p:nvSpPr>
        <p:spPr>
          <a:xfrm xmlns:a="http://schemas.openxmlformats.org/drawingml/2006/main">
            <a:off x="1295400" y="27527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32" name="">
            <a:extLst xmlns:a="http://schemas.openxmlformats.org/drawingml/2006/main">
              <a:ext uri="{FF2B5EF4-FFF2-40B4-BE49-F238E27FC236}">
                <a16:creationId xmlns:a16="http://schemas.microsoft.com/office/drawing/2014/main" id="{40FB773A-6655-41A8-B39D-9DF8D1D2CF73}"/>
              </a:ext>
            </a:extLst>
          </p:cNvPr>
          <p:cNvSpPr>
            <a:spLocks xmlns:a="http://schemas.openxmlformats.org/drawingml/2006/main" noGrp="1"/>
          </p:cNvSpPr>
          <p:nvPr/>
        </p:nvSpPr>
        <p:spPr>
          <a:xfrm xmlns:a="http://schemas.openxmlformats.org/drawingml/2006/main">
            <a:off x="1847850" y="275272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33" name="">
            <a:extLst xmlns:a="http://schemas.openxmlformats.org/drawingml/2006/main">
              <a:ext uri="{FF2B5EF4-FFF2-40B4-BE49-F238E27FC236}">
                <a16:creationId xmlns:a16="http://schemas.microsoft.com/office/drawing/2014/main" id="{83A07B5C-D08C-4F03-B306-CA3DF987AD7D}"/>
              </a:ext>
            </a:extLst>
          </p:cNvPr>
          <p:cNvSpPr>
            <a:spLocks xmlns:a="http://schemas.openxmlformats.org/drawingml/2006/main" noGrp="1"/>
          </p:cNvSpPr>
          <p:nvPr/>
        </p:nvSpPr>
        <p:spPr>
          <a:xfrm xmlns:a="http://schemas.openxmlformats.org/drawingml/2006/main">
            <a:off x="2400300" y="275272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34" name="">
            <a:extLst xmlns:a="http://schemas.openxmlformats.org/drawingml/2006/main">
              <a:ext uri="{FF2B5EF4-FFF2-40B4-BE49-F238E27FC236}">
                <a16:creationId xmlns:a16="http://schemas.microsoft.com/office/drawing/2014/main" id="{B846EB10-41B3-47D4-AD00-FBB95F302F1B}"/>
              </a:ext>
            </a:extLst>
          </p:cNvPr>
          <p:cNvSpPr>
            <a:spLocks xmlns:a="http://schemas.openxmlformats.org/drawingml/2006/main" noGrp="1"/>
          </p:cNvSpPr>
          <p:nvPr/>
        </p:nvSpPr>
        <p:spPr>
          <a:xfrm xmlns:a="http://schemas.openxmlformats.org/drawingml/2006/main">
            <a:off x="2952750" y="275272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35" name="">
            <a:extLst xmlns:a="http://schemas.openxmlformats.org/drawingml/2006/main">
              <a:ext uri="{FF2B5EF4-FFF2-40B4-BE49-F238E27FC236}">
                <a16:creationId xmlns:a16="http://schemas.microsoft.com/office/drawing/2014/main" id="{73FF85C5-E3CE-4DE2-8911-35B31EBF36E8}"/>
              </a:ext>
            </a:extLst>
          </p:cNvPr>
          <p:cNvSpPr>
            <a:spLocks xmlns:a="http://schemas.openxmlformats.org/drawingml/2006/main" noGrp="1"/>
          </p:cNvSpPr>
          <p:nvPr/>
        </p:nvSpPr>
        <p:spPr>
          <a:xfrm xmlns:a="http://schemas.openxmlformats.org/drawingml/2006/main">
            <a:off x="3505200" y="27527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36" name="">
            <a:extLst xmlns:a="http://schemas.openxmlformats.org/drawingml/2006/main">
              <a:ext uri="{FF2B5EF4-FFF2-40B4-BE49-F238E27FC236}">
                <a16:creationId xmlns:a16="http://schemas.microsoft.com/office/drawing/2014/main" id="{570E462D-5161-4088-B136-327843BA815A}"/>
              </a:ext>
            </a:extLst>
          </p:cNvPr>
          <p:cNvSpPr>
            <a:spLocks xmlns:a="http://schemas.openxmlformats.org/drawingml/2006/main" noGrp="1"/>
          </p:cNvSpPr>
          <p:nvPr/>
        </p:nvSpPr>
        <p:spPr>
          <a:xfrm xmlns:a="http://schemas.openxmlformats.org/drawingml/2006/main">
            <a:off x="4057650" y="27527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37" name="">
            <a:extLst xmlns:a="http://schemas.openxmlformats.org/drawingml/2006/main">
              <a:ext uri="{FF2B5EF4-FFF2-40B4-BE49-F238E27FC236}">
                <a16:creationId xmlns:a16="http://schemas.microsoft.com/office/drawing/2014/main" id="{42C64FB3-477E-4D9A-8788-117021EFB7A7}"/>
              </a:ext>
            </a:extLst>
          </p:cNvPr>
          <p:cNvSpPr>
            <a:spLocks xmlns:a="http://schemas.openxmlformats.org/drawingml/2006/main" noGrp="1"/>
          </p:cNvSpPr>
          <p:nvPr/>
        </p:nvSpPr>
        <p:spPr>
          <a:xfrm xmlns:a="http://schemas.openxmlformats.org/drawingml/2006/main">
            <a:off x="4610100" y="27527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38" name="">
            <a:extLst xmlns:a="http://schemas.openxmlformats.org/drawingml/2006/main">
              <a:ext uri="{FF2B5EF4-FFF2-40B4-BE49-F238E27FC236}">
                <a16:creationId xmlns:a16="http://schemas.microsoft.com/office/drawing/2014/main" id="{8F7372E6-5EDF-454E-B143-837755DC75B5}"/>
              </a:ext>
            </a:extLst>
          </p:cNvPr>
          <p:cNvSpPr>
            <a:spLocks xmlns:a="http://schemas.openxmlformats.org/drawingml/2006/main" noGrp="1"/>
          </p:cNvSpPr>
          <p:nvPr/>
        </p:nvSpPr>
        <p:spPr>
          <a:xfrm xmlns:a="http://schemas.openxmlformats.org/drawingml/2006/main">
            <a:off x="5162550" y="275272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39" name="">
            <a:extLst xmlns:a="http://schemas.openxmlformats.org/drawingml/2006/main">
              <a:ext uri="{FF2B5EF4-FFF2-40B4-BE49-F238E27FC236}">
                <a16:creationId xmlns:a16="http://schemas.microsoft.com/office/drawing/2014/main" id="{5F2E88C2-5382-4809-AFEF-7D8F4896C83F}"/>
              </a:ext>
            </a:extLst>
          </p:cNvPr>
          <p:cNvSpPr>
            <a:spLocks xmlns:a="http://schemas.openxmlformats.org/drawingml/2006/main" noGrp="1"/>
          </p:cNvSpPr>
          <p:nvPr/>
        </p:nvSpPr>
        <p:spPr>
          <a:xfrm xmlns:a="http://schemas.openxmlformats.org/drawingml/2006/main">
            <a:off x="5715000" y="275272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40" name="">
            <a:extLst xmlns:a="http://schemas.openxmlformats.org/drawingml/2006/main">
              <a:ext uri="{FF2B5EF4-FFF2-40B4-BE49-F238E27FC236}">
                <a16:creationId xmlns:a16="http://schemas.microsoft.com/office/drawing/2014/main" id="{186C60E6-61FB-43AA-9E15-A193F5F7FA68}"/>
              </a:ext>
            </a:extLst>
          </p:cNvPr>
          <p:cNvSpPr>
            <a:spLocks xmlns:a="http://schemas.openxmlformats.org/drawingml/2006/main" noGrp="1"/>
          </p:cNvSpPr>
          <p:nvPr/>
        </p:nvSpPr>
        <p:spPr>
          <a:xfrm xmlns:a="http://schemas.openxmlformats.org/drawingml/2006/main">
            <a:off x="6267450" y="27527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41" name="">
            <a:extLst xmlns:a="http://schemas.openxmlformats.org/drawingml/2006/main">
              <a:ext uri="{FF2B5EF4-FFF2-40B4-BE49-F238E27FC236}">
                <a16:creationId xmlns:a16="http://schemas.microsoft.com/office/drawing/2014/main" id="{0614C6B4-62EA-41BC-B540-FCFDA8995491}"/>
              </a:ext>
            </a:extLst>
          </p:cNvPr>
          <p:cNvSpPr>
            <a:spLocks xmlns:a="http://schemas.openxmlformats.org/drawingml/2006/main" noGrp="1"/>
          </p:cNvSpPr>
          <p:nvPr/>
        </p:nvSpPr>
        <p:spPr>
          <a:xfrm xmlns:a="http://schemas.openxmlformats.org/drawingml/2006/main">
            <a:off x="6819900" y="27527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42" name="">
            <a:extLst xmlns:a="http://schemas.openxmlformats.org/drawingml/2006/main">
              <a:ext uri="{FF2B5EF4-FFF2-40B4-BE49-F238E27FC236}">
                <a16:creationId xmlns:a16="http://schemas.microsoft.com/office/drawing/2014/main" id="{3FD7A5C3-1671-466E-8DB3-10F6A26E9835}"/>
              </a:ext>
            </a:extLst>
          </p:cNvPr>
          <p:cNvSpPr>
            <a:spLocks xmlns:a="http://schemas.openxmlformats.org/drawingml/2006/main" noGrp="1"/>
          </p:cNvSpPr>
          <p:nvPr/>
        </p:nvSpPr>
        <p:spPr>
          <a:xfrm xmlns:a="http://schemas.openxmlformats.org/drawingml/2006/main">
            <a:off x="742950" y="31623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43" name="">
            <a:extLst xmlns:a="http://schemas.openxmlformats.org/drawingml/2006/main">
              <a:ext uri="{FF2B5EF4-FFF2-40B4-BE49-F238E27FC236}">
                <a16:creationId xmlns:a16="http://schemas.microsoft.com/office/drawing/2014/main" id="{5BB3E94A-AC99-4D1C-80DE-D7F49B0EEE0A}"/>
              </a:ext>
            </a:extLst>
          </p:cNvPr>
          <p:cNvSpPr>
            <a:spLocks xmlns:a="http://schemas.openxmlformats.org/drawingml/2006/main" noGrp="1"/>
          </p:cNvSpPr>
          <p:nvPr/>
        </p:nvSpPr>
        <p:spPr>
          <a:xfrm xmlns:a="http://schemas.openxmlformats.org/drawingml/2006/main">
            <a:off x="1295400" y="31623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44" name="">
            <a:extLst xmlns:a="http://schemas.openxmlformats.org/drawingml/2006/main">
              <a:ext uri="{FF2B5EF4-FFF2-40B4-BE49-F238E27FC236}">
                <a16:creationId xmlns:a16="http://schemas.microsoft.com/office/drawing/2014/main" id="{0F39C665-3669-4762-8142-E17F626FB710}"/>
              </a:ext>
            </a:extLst>
          </p:cNvPr>
          <p:cNvSpPr>
            <a:spLocks xmlns:a="http://schemas.openxmlformats.org/drawingml/2006/main" noGrp="1"/>
          </p:cNvSpPr>
          <p:nvPr/>
        </p:nvSpPr>
        <p:spPr>
          <a:xfrm xmlns:a="http://schemas.openxmlformats.org/drawingml/2006/main">
            <a:off x="1847850" y="316230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45" name="">
            <a:extLst xmlns:a="http://schemas.openxmlformats.org/drawingml/2006/main">
              <a:ext uri="{FF2B5EF4-FFF2-40B4-BE49-F238E27FC236}">
                <a16:creationId xmlns:a16="http://schemas.microsoft.com/office/drawing/2014/main" id="{BB894B6B-740E-4F83-B5DC-CDBE3B81F9EB}"/>
              </a:ext>
            </a:extLst>
          </p:cNvPr>
          <p:cNvSpPr>
            <a:spLocks xmlns:a="http://schemas.openxmlformats.org/drawingml/2006/main" noGrp="1"/>
          </p:cNvSpPr>
          <p:nvPr/>
        </p:nvSpPr>
        <p:spPr>
          <a:xfrm xmlns:a="http://schemas.openxmlformats.org/drawingml/2006/main">
            <a:off x="2400300" y="316230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46" name="">
            <a:extLst xmlns:a="http://schemas.openxmlformats.org/drawingml/2006/main">
              <a:ext uri="{FF2B5EF4-FFF2-40B4-BE49-F238E27FC236}">
                <a16:creationId xmlns:a16="http://schemas.microsoft.com/office/drawing/2014/main" id="{AE086DCF-2341-4DD0-8823-8DD29A832053}"/>
              </a:ext>
            </a:extLst>
          </p:cNvPr>
          <p:cNvSpPr>
            <a:spLocks xmlns:a="http://schemas.openxmlformats.org/drawingml/2006/main" noGrp="1"/>
          </p:cNvSpPr>
          <p:nvPr/>
        </p:nvSpPr>
        <p:spPr>
          <a:xfrm xmlns:a="http://schemas.openxmlformats.org/drawingml/2006/main">
            <a:off x="2952750" y="316230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47" name="">
            <a:extLst xmlns:a="http://schemas.openxmlformats.org/drawingml/2006/main">
              <a:ext uri="{FF2B5EF4-FFF2-40B4-BE49-F238E27FC236}">
                <a16:creationId xmlns:a16="http://schemas.microsoft.com/office/drawing/2014/main" id="{C376A77D-344E-4E83-BB37-91E87FEB3CA4}"/>
              </a:ext>
            </a:extLst>
          </p:cNvPr>
          <p:cNvSpPr>
            <a:spLocks xmlns:a="http://schemas.openxmlformats.org/drawingml/2006/main" noGrp="1"/>
          </p:cNvSpPr>
          <p:nvPr/>
        </p:nvSpPr>
        <p:spPr>
          <a:xfrm xmlns:a="http://schemas.openxmlformats.org/drawingml/2006/main">
            <a:off x="3505200" y="31623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48" name="">
            <a:extLst xmlns:a="http://schemas.openxmlformats.org/drawingml/2006/main">
              <a:ext uri="{FF2B5EF4-FFF2-40B4-BE49-F238E27FC236}">
                <a16:creationId xmlns:a16="http://schemas.microsoft.com/office/drawing/2014/main" id="{5DBAE636-A041-4685-9651-FE348141C1C5}"/>
              </a:ext>
            </a:extLst>
          </p:cNvPr>
          <p:cNvSpPr>
            <a:spLocks xmlns:a="http://schemas.openxmlformats.org/drawingml/2006/main" noGrp="1"/>
          </p:cNvSpPr>
          <p:nvPr/>
        </p:nvSpPr>
        <p:spPr>
          <a:xfrm xmlns:a="http://schemas.openxmlformats.org/drawingml/2006/main">
            <a:off x="4057650" y="3162300"/>
            <a:ext cx="533400" cy="390525"/>
          </a:xfrm>
          <a:prstGeom xmlns:a="http://schemas.openxmlformats.org/drawingml/2006/main" prst="rect">
            <a:avLst/>
          </a:prstGeom>
          <a:solidFill xmlns:a="http://schemas.openxmlformats.org/drawingml/2006/main">
            <a:srgbClr val="D8DEE0"/>
          </a:solidFill>
          <a:ln xmlns:a="http://schemas.openxmlformats.org/drawingml/2006/main" w="5715">
            <a:solidFill>
              <a:srgbClr val="C2D4D7"/>
            </a:solidFill>
            <a:prstDash val="solid"/>
          </a:ln>
        </p:spPr>
      </p:sp>
      <p:sp>
        <p:nvSpPr>
          <p:cNvPr id="49" name="">
            <a:extLst xmlns:a="http://schemas.openxmlformats.org/drawingml/2006/main">
              <a:ext uri="{FF2B5EF4-FFF2-40B4-BE49-F238E27FC236}">
                <a16:creationId xmlns:a16="http://schemas.microsoft.com/office/drawing/2014/main" id="{BC3FA021-0A99-441C-9E7E-028ECE2D8DD4}"/>
              </a:ext>
            </a:extLst>
          </p:cNvPr>
          <p:cNvSpPr>
            <a:spLocks xmlns:a="http://schemas.openxmlformats.org/drawingml/2006/main" noGrp="1"/>
          </p:cNvSpPr>
          <p:nvPr/>
        </p:nvSpPr>
        <p:spPr>
          <a:xfrm xmlns:a="http://schemas.openxmlformats.org/drawingml/2006/main">
            <a:off x="4133850" y="3238500"/>
            <a:ext cx="381000" cy="238125"/>
          </a:xfrm>
          <a:custGeom xmlns:a="http://schemas.openxmlformats.org/drawingml/2006/main">
            <a:pathLst>
              <a:path w="381000" h="238125">
                <a:moveTo>
                  <a:pt x="0" y="0"/>
                </a:moveTo>
                <a:lnTo>
                  <a:pt x="381000" y="238125"/>
                </a:lnTo>
              </a:path>
            </a:pathLst>
          </a:custGeom>
          <a:noFill xmlns:a="http://schemas.openxmlformats.org/drawingml/2006/main"/>
          <a:ln xmlns:a="http://schemas.openxmlformats.org/drawingml/2006/main" w="14288">
            <a:solidFill>
              <a:srgbClr val="5B737B"/>
            </a:solidFill>
            <a:prstDash val="solid"/>
          </a:ln>
        </p:spPr>
      </p:sp>
      <p:sp>
        <p:nvSpPr>
          <p:cNvPr id="50" name="">
            <a:extLst xmlns:a="http://schemas.openxmlformats.org/drawingml/2006/main">
              <a:ext uri="{FF2B5EF4-FFF2-40B4-BE49-F238E27FC236}">
                <a16:creationId xmlns:a16="http://schemas.microsoft.com/office/drawing/2014/main" id="{995740E8-7572-478E-B1FD-7C68029A1CC6}"/>
              </a:ext>
            </a:extLst>
          </p:cNvPr>
          <p:cNvSpPr>
            <a:spLocks xmlns:a="http://schemas.openxmlformats.org/drawingml/2006/main" noGrp="1"/>
          </p:cNvSpPr>
          <p:nvPr/>
        </p:nvSpPr>
        <p:spPr>
          <a:xfrm xmlns:a="http://schemas.openxmlformats.org/drawingml/2006/main">
            <a:off x="4133850" y="3238500"/>
            <a:ext cx="381000" cy="238125"/>
          </a:xfrm>
          <a:custGeom xmlns:a="http://schemas.openxmlformats.org/drawingml/2006/main">
            <a:pathLst>
              <a:path w="381000" h="238125">
                <a:moveTo>
                  <a:pt x="0" y="238125"/>
                </a:moveTo>
                <a:lnTo>
                  <a:pt x="381000" y="0"/>
                </a:lnTo>
              </a:path>
            </a:pathLst>
          </a:custGeom>
          <a:noFill xmlns:a="http://schemas.openxmlformats.org/drawingml/2006/main"/>
          <a:ln xmlns:a="http://schemas.openxmlformats.org/drawingml/2006/main" w="14288">
            <a:solidFill>
              <a:srgbClr val="5B737B"/>
            </a:solidFill>
            <a:prstDash val="solid"/>
          </a:ln>
        </p:spPr>
      </p:sp>
      <p:sp>
        <p:nvSpPr>
          <p:cNvPr id="51" name="">
            <a:extLst xmlns:a="http://schemas.openxmlformats.org/drawingml/2006/main">
              <a:ext uri="{FF2B5EF4-FFF2-40B4-BE49-F238E27FC236}">
                <a16:creationId xmlns:a16="http://schemas.microsoft.com/office/drawing/2014/main" id="{A8FB5878-F49D-4E45-AB66-265BEBFDA9A0}"/>
              </a:ext>
            </a:extLst>
          </p:cNvPr>
          <p:cNvSpPr>
            <a:spLocks xmlns:a="http://schemas.openxmlformats.org/drawingml/2006/main" noGrp="1"/>
          </p:cNvSpPr>
          <p:nvPr/>
        </p:nvSpPr>
        <p:spPr>
          <a:xfrm xmlns:a="http://schemas.openxmlformats.org/drawingml/2006/main">
            <a:off x="4610100" y="3162300"/>
            <a:ext cx="533400" cy="390525"/>
          </a:xfrm>
          <a:prstGeom xmlns:a="http://schemas.openxmlformats.org/drawingml/2006/main" prst="rect">
            <a:avLst/>
          </a:prstGeom>
          <a:solidFill xmlns:a="http://schemas.openxmlformats.org/drawingml/2006/main">
            <a:srgbClr val="D8DEE0"/>
          </a:solidFill>
          <a:ln xmlns:a="http://schemas.openxmlformats.org/drawingml/2006/main" w="5715">
            <a:solidFill>
              <a:srgbClr val="C2D4D7"/>
            </a:solidFill>
            <a:prstDash val="solid"/>
          </a:ln>
        </p:spPr>
      </p:sp>
      <p:sp>
        <p:nvSpPr>
          <p:cNvPr id="52" name="">
            <a:extLst xmlns:a="http://schemas.openxmlformats.org/drawingml/2006/main">
              <a:ext uri="{FF2B5EF4-FFF2-40B4-BE49-F238E27FC236}">
                <a16:creationId xmlns:a16="http://schemas.microsoft.com/office/drawing/2014/main" id="{AD34537F-33F9-4512-9055-4CC0B7B973C6}"/>
              </a:ext>
            </a:extLst>
          </p:cNvPr>
          <p:cNvSpPr>
            <a:spLocks xmlns:a="http://schemas.openxmlformats.org/drawingml/2006/main" noGrp="1"/>
          </p:cNvSpPr>
          <p:nvPr/>
        </p:nvSpPr>
        <p:spPr>
          <a:xfrm xmlns:a="http://schemas.openxmlformats.org/drawingml/2006/main">
            <a:off x="4686300" y="3238500"/>
            <a:ext cx="381000" cy="238125"/>
          </a:xfrm>
          <a:custGeom xmlns:a="http://schemas.openxmlformats.org/drawingml/2006/main">
            <a:pathLst>
              <a:path w="381000" h="238125">
                <a:moveTo>
                  <a:pt x="0" y="0"/>
                </a:moveTo>
                <a:lnTo>
                  <a:pt x="381000" y="238125"/>
                </a:lnTo>
              </a:path>
            </a:pathLst>
          </a:custGeom>
          <a:noFill xmlns:a="http://schemas.openxmlformats.org/drawingml/2006/main"/>
          <a:ln xmlns:a="http://schemas.openxmlformats.org/drawingml/2006/main" w="14288">
            <a:solidFill>
              <a:srgbClr val="5B737B"/>
            </a:solidFill>
            <a:prstDash val="solid"/>
          </a:ln>
        </p:spPr>
      </p:sp>
      <p:sp>
        <p:nvSpPr>
          <p:cNvPr id="53" name="">
            <a:extLst xmlns:a="http://schemas.openxmlformats.org/drawingml/2006/main">
              <a:ext uri="{FF2B5EF4-FFF2-40B4-BE49-F238E27FC236}">
                <a16:creationId xmlns:a16="http://schemas.microsoft.com/office/drawing/2014/main" id="{276319B2-146C-4D52-8903-89892A59CC54}"/>
              </a:ext>
            </a:extLst>
          </p:cNvPr>
          <p:cNvSpPr>
            <a:spLocks xmlns:a="http://schemas.openxmlformats.org/drawingml/2006/main" noGrp="1"/>
          </p:cNvSpPr>
          <p:nvPr/>
        </p:nvSpPr>
        <p:spPr>
          <a:xfrm xmlns:a="http://schemas.openxmlformats.org/drawingml/2006/main">
            <a:off x="4686300" y="3238500"/>
            <a:ext cx="381000" cy="238125"/>
          </a:xfrm>
          <a:custGeom xmlns:a="http://schemas.openxmlformats.org/drawingml/2006/main">
            <a:pathLst>
              <a:path w="381000" h="238125">
                <a:moveTo>
                  <a:pt x="0" y="238125"/>
                </a:moveTo>
                <a:lnTo>
                  <a:pt x="381000" y="0"/>
                </a:lnTo>
              </a:path>
            </a:pathLst>
          </a:custGeom>
          <a:noFill xmlns:a="http://schemas.openxmlformats.org/drawingml/2006/main"/>
          <a:ln xmlns:a="http://schemas.openxmlformats.org/drawingml/2006/main" w="14288">
            <a:solidFill>
              <a:srgbClr val="5B737B"/>
            </a:solidFill>
            <a:prstDash val="solid"/>
          </a:ln>
        </p:spPr>
      </p:sp>
      <p:sp>
        <p:nvSpPr>
          <p:cNvPr id="54" name="">
            <a:extLst xmlns:a="http://schemas.openxmlformats.org/drawingml/2006/main">
              <a:ext uri="{FF2B5EF4-FFF2-40B4-BE49-F238E27FC236}">
                <a16:creationId xmlns:a16="http://schemas.microsoft.com/office/drawing/2014/main" id="{EF53FAD4-0DF4-4881-8A6E-55C5CE5549C3}"/>
              </a:ext>
            </a:extLst>
          </p:cNvPr>
          <p:cNvSpPr>
            <a:spLocks xmlns:a="http://schemas.openxmlformats.org/drawingml/2006/main" noGrp="1"/>
          </p:cNvSpPr>
          <p:nvPr/>
        </p:nvSpPr>
        <p:spPr>
          <a:xfrm xmlns:a="http://schemas.openxmlformats.org/drawingml/2006/main">
            <a:off x="5162550" y="316230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55" name="">
            <a:extLst xmlns:a="http://schemas.openxmlformats.org/drawingml/2006/main">
              <a:ext uri="{FF2B5EF4-FFF2-40B4-BE49-F238E27FC236}">
                <a16:creationId xmlns:a16="http://schemas.microsoft.com/office/drawing/2014/main" id="{C3A850EF-EE60-402B-B0CF-FA7B82DCE304}"/>
              </a:ext>
            </a:extLst>
          </p:cNvPr>
          <p:cNvSpPr>
            <a:spLocks xmlns:a="http://schemas.openxmlformats.org/drawingml/2006/main" noGrp="1"/>
          </p:cNvSpPr>
          <p:nvPr/>
        </p:nvSpPr>
        <p:spPr>
          <a:xfrm xmlns:a="http://schemas.openxmlformats.org/drawingml/2006/main">
            <a:off x="5715000" y="316230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56" name="">
            <a:extLst xmlns:a="http://schemas.openxmlformats.org/drawingml/2006/main">
              <a:ext uri="{FF2B5EF4-FFF2-40B4-BE49-F238E27FC236}">
                <a16:creationId xmlns:a16="http://schemas.microsoft.com/office/drawing/2014/main" id="{9D4CD1B5-DEB2-44A3-98A1-BAD02D8FE496}"/>
              </a:ext>
            </a:extLst>
          </p:cNvPr>
          <p:cNvSpPr>
            <a:spLocks xmlns:a="http://schemas.openxmlformats.org/drawingml/2006/main" noGrp="1"/>
          </p:cNvSpPr>
          <p:nvPr/>
        </p:nvSpPr>
        <p:spPr>
          <a:xfrm xmlns:a="http://schemas.openxmlformats.org/drawingml/2006/main">
            <a:off x="6267450" y="31623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57" name="">
            <a:extLst xmlns:a="http://schemas.openxmlformats.org/drawingml/2006/main">
              <a:ext uri="{FF2B5EF4-FFF2-40B4-BE49-F238E27FC236}">
                <a16:creationId xmlns:a16="http://schemas.microsoft.com/office/drawing/2014/main" id="{4EFE6FF0-B318-487B-A52F-EE93496E9673}"/>
              </a:ext>
            </a:extLst>
          </p:cNvPr>
          <p:cNvSpPr>
            <a:spLocks xmlns:a="http://schemas.openxmlformats.org/drawingml/2006/main" noGrp="1"/>
          </p:cNvSpPr>
          <p:nvPr/>
        </p:nvSpPr>
        <p:spPr>
          <a:xfrm xmlns:a="http://schemas.openxmlformats.org/drawingml/2006/main">
            <a:off x="6819900" y="31623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58" name="">
            <a:extLst xmlns:a="http://schemas.openxmlformats.org/drawingml/2006/main">
              <a:ext uri="{FF2B5EF4-FFF2-40B4-BE49-F238E27FC236}">
                <a16:creationId xmlns:a16="http://schemas.microsoft.com/office/drawing/2014/main" id="{B8331F92-BF8B-4187-8C14-B9B8FD81F2EC}"/>
              </a:ext>
            </a:extLst>
          </p:cNvPr>
          <p:cNvSpPr>
            <a:spLocks xmlns:a="http://schemas.openxmlformats.org/drawingml/2006/main" noGrp="1"/>
          </p:cNvSpPr>
          <p:nvPr/>
        </p:nvSpPr>
        <p:spPr>
          <a:xfrm xmlns:a="http://schemas.openxmlformats.org/drawingml/2006/main">
            <a:off x="742950" y="35718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59" name="">
            <a:extLst xmlns:a="http://schemas.openxmlformats.org/drawingml/2006/main">
              <a:ext uri="{FF2B5EF4-FFF2-40B4-BE49-F238E27FC236}">
                <a16:creationId xmlns:a16="http://schemas.microsoft.com/office/drawing/2014/main" id="{7D7D7A93-F6B5-42A6-82AB-405861FA7D09}"/>
              </a:ext>
            </a:extLst>
          </p:cNvPr>
          <p:cNvSpPr>
            <a:spLocks xmlns:a="http://schemas.openxmlformats.org/drawingml/2006/main" noGrp="1"/>
          </p:cNvSpPr>
          <p:nvPr/>
        </p:nvSpPr>
        <p:spPr>
          <a:xfrm xmlns:a="http://schemas.openxmlformats.org/drawingml/2006/main">
            <a:off x="1295400" y="35718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60" name="">
            <a:extLst xmlns:a="http://schemas.openxmlformats.org/drawingml/2006/main">
              <a:ext uri="{FF2B5EF4-FFF2-40B4-BE49-F238E27FC236}">
                <a16:creationId xmlns:a16="http://schemas.microsoft.com/office/drawing/2014/main" id="{847A4143-3D71-4800-A0D0-66FF6B345E73}"/>
              </a:ext>
            </a:extLst>
          </p:cNvPr>
          <p:cNvSpPr>
            <a:spLocks xmlns:a="http://schemas.openxmlformats.org/drawingml/2006/main" noGrp="1"/>
          </p:cNvSpPr>
          <p:nvPr/>
        </p:nvSpPr>
        <p:spPr>
          <a:xfrm xmlns:a="http://schemas.openxmlformats.org/drawingml/2006/main">
            <a:off x="1847850" y="357187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61" name="">
            <a:extLst xmlns:a="http://schemas.openxmlformats.org/drawingml/2006/main">
              <a:ext uri="{FF2B5EF4-FFF2-40B4-BE49-F238E27FC236}">
                <a16:creationId xmlns:a16="http://schemas.microsoft.com/office/drawing/2014/main" id="{B9938250-D78E-4179-AE8D-9A87C22557CE}"/>
              </a:ext>
            </a:extLst>
          </p:cNvPr>
          <p:cNvSpPr>
            <a:spLocks xmlns:a="http://schemas.openxmlformats.org/drawingml/2006/main" noGrp="1"/>
          </p:cNvSpPr>
          <p:nvPr/>
        </p:nvSpPr>
        <p:spPr>
          <a:xfrm xmlns:a="http://schemas.openxmlformats.org/drawingml/2006/main">
            <a:off x="2400300" y="357187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62" name="">
            <a:extLst xmlns:a="http://schemas.openxmlformats.org/drawingml/2006/main">
              <a:ext uri="{FF2B5EF4-FFF2-40B4-BE49-F238E27FC236}">
                <a16:creationId xmlns:a16="http://schemas.microsoft.com/office/drawing/2014/main" id="{898D6754-8000-4996-B879-B59EB4FFBE36}"/>
              </a:ext>
            </a:extLst>
          </p:cNvPr>
          <p:cNvSpPr>
            <a:spLocks xmlns:a="http://schemas.openxmlformats.org/drawingml/2006/main" noGrp="1"/>
          </p:cNvSpPr>
          <p:nvPr/>
        </p:nvSpPr>
        <p:spPr>
          <a:xfrm xmlns:a="http://schemas.openxmlformats.org/drawingml/2006/main">
            <a:off x="2952750" y="357187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63" name="">
            <a:extLst xmlns:a="http://schemas.openxmlformats.org/drawingml/2006/main">
              <a:ext uri="{FF2B5EF4-FFF2-40B4-BE49-F238E27FC236}">
                <a16:creationId xmlns:a16="http://schemas.microsoft.com/office/drawing/2014/main" id="{239C2D8F-E52F-4898-8EBC-2A8803D43B0B}"/>
              </a:ext>
            </a:extLst>
          </p:cNvPr>
          <p:cNvSpPr>
            <a:spLocks xmlns:a="http://schemas.openxmlformats.org/drawingml/2006/main" noGrp="1"/>
          </p:cNvSpPr>
          <p:nvPr/>
        </p:nvSpPr>
        <p:spPr>
          <a:xfrm xmlns:a="http://schemas.openxmlformats.org/drawingml/2006/main">
            <a:off x="3505200" y="35718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64" name="">
            <a:extLst xmlns:a="http://schemas.openxmlformats.org/drawingml/2006/main">
              <a:ext uri="{FF2B5EF4-FFF2-40B4-BE49-F238E27FC236}">
                <a16:creationId xmlns:a16="http://schemas.microsoft.com/office/drawing/2014/main" id="{621E62E7-335A-4DB7-896D-2AF2F48FF4A5}"/>
              </a:ext>
            </a:extLst>
          </p:cNvPr>
          <p:cNvSpPr>
            <a:spLocks xmlns:a="http://schemas.openxmlformats.org/drawingml/2006/main" noGrp="1"/>
          </p:cNvSpPr>
          <p:nvPr/>
        </p:nvSpPr>
        <p:spPr>
          <a:xfrm xmlns:a="http://schemas.openxmlformats.org/drawingml/2006/main">
            <a:off x="4057650" y="3571875"/>
            <a:ext cx="533400" cy="390525"/>
          </a:xfrm>
          <a:prstGeom xmlns:a="http://schemas.openxmlformats.org/drawingml/2006/main" prst="rect">
            <a:avLst/>
          </a:prstGeom>
          <a:solidFill xmlns:a="http://schemas.openxmlformats.org/drawingml/2006/main">
            <a:srgbClr val="D8DEE0"/>
          </a:solidFill>
          <a:ln xmlns:a="http://schemas.openxmlformats.org/drawingml/2006/main" w="5715">
            <a:solidFill>
              <a:srgbClr val="C2D4D7"/>
            </a:solidFill>
            <a:prstDash val="solid"/>
          </a:ln>
        </p:spPr>
      </p:sp>
      <p:sp>
        <p:nvSpPr>
          <p:cNvPr id="65" name="">
            <a:extLst xmlns:a="http://schemas.openxmlformats.org/drawingml/2006/main">
              <a:ext uri="{FF2B5EF4-FFF2-40B4-BE49-F238E27FC236}">
                <a16:creationId xmlns:a16="http://schemas.microsoft.com/office/drawing/2014/main" id="{47EF0142-DB54-4F00-AE57-C7309833EB36}"/>
              </a:ext>
            </a:extLst>
          </p:cNvPr>
          <p:cNvSpPr>
            <a:spLocks xmlns:a="http://schemas.openxmlformats.org/drawingml/2006/main" noGrp="1"/>
          </p:cNvSpPr>
          <p:nvPr/>
        </p:nvSpPr>
        <p:spPr>
          <a:xfrm xmlns:a="http://schemas.openxmlformats.org/drawingml/2006/main">
            <a:off x="4133850" y="3648075"/>
            <a:ext cx="381000" cy="238125"/>
          </a:xfrm>
          <a:custGeom xmlns:a="http://schemas.openxmlformats.org/drawingml/2006/main">
            <a:pathLst>
              <a:path w="381000" h="238125">
                <a:moveTo>
                  <a:pt x="0" y="0"/>
                </a:moveTo>
                <a:lnTo>
                  <a:pt x="381000" y="238125"/>
                </a:lnTo>
              </a:path>
            </a:pathLst>
          </a:custGeom>
          <a:noFill xmlns:a="http://schemas.openxmlformats.org/drawingml/2006/main"/>
          <a:ln xmlns:a="http://schemas.openxmlformats.org/drawingml/2006/main" w="14288">
            <a:solidFill>
              <a:srgbClr val="5B737B"/>
            </a:solidFill>
            <a:prstDash val="solid"/>
          </a:ln>
        </p:spPr>
      </p:sp>
      <p:sp>
        <p:nvSpPr>
          <p:cNvPr id="66" name="">
            <a:extLst xmlns:a="http://schemas.openxmlformats.org/drawingml/2006/main">
              <a:ext uri="{FF2B5EF4-FFF2-40B4-BE49-F238E27FC236}">
                <a16:creationId xmlns:a16="http://schemas.microsoft.com/office/drawing/2014/main" id="{29B3AF0F-CB76-4CE4-85DF-8626361851F7}"/>
              </a:ext>
            </a:extLst>
          </p:cNvPr>
          <p:cNvSpPr>
            <a:spLocks xmlns:a="http://schemas.openxmlformats.org/drawingml/2006/main" noGrp="1"/>
          </p:cNvSpPr>
          <p:nvPr/>
        </p:nvSpPr>
        <p:spPr>
          <a:xfrm xmlns:a="http://schemas.openxmlformats.org/drawingml/2006/main">
            <a:off x="4133850" y="3648075"/>
            <a:ext cx="381000" cy="238125"/>
          </a:xfrm>
          <a:custGeom xmlns:a="http://schemas.openxmlformats.org/drawingml/2006/main">
            <a:pathLst>
              <a:path w="381000" h="238125">
                <a:moveTo>
                  <a:pt x="0" y="238125"/>
                </a:moveTo>
                <a:lnTo>
                  <a:pt x="381000" y="0"/>
                </a:lnTo>
              </a:path>
            </a:pathLst>
          </a:custGeom>
          <a:noFill xmlns:a="http://schemas.openxmlformats.org/drawingml/2006/main"/>
          <a:ln xmlns:a="http://schemas.openxmlformats.org/drawingml/2006/main" w="14288">
            <a:solidFill>
              <a:srgbClr val="5B737B"/>
            </a:solidFill>
            <a:prstDash val="solid"/>
          </a:ln>
        </p:spPr>
      </p:sp>
      <p:sp>
        <p:nvSpPr>
          <p:cNvPr id="67" name="">
            <a:extLst xmlns:a="http://schemas.openxmlformats.org/drawingml/2006/main">
              <a:ext uri="{FF2B5EF4-FFF2-40B4-BE49-F238E27FC236}">
                <a16:creationId xmlns:a16="http://schemas.microsoft.com/office/drawing/2014/main" id="{A74AF58B-8D5A-4CF3-89D7-CD7173E18F64}"/>
              </a:ext>
            </a:extLst>
          </p:cNvPr>
          <p:cNvSpPr>
            <a:spLocks xmlns:a="http://schemas.openxmlformats.org/drawingml/2006/main" noGrp="1"/>
          </p:cNvSpPr>
          <p:nvPr/>
        </p:nvSpPr>
        <p:spPr>
          <a:xfrm xmlns:a="http://schemas.openxmlformats.org/drawingml/2006/main">
            <a:off x="4610100" y="3571875"/>
            <a:ext cx="533400" cy="390525"/>
          </a:xfrm>
          <a:prstGeom xmlns:a="http://schemas.openxmlformats.org/drawingml/2006/main" prst="rect">
            <a:avLst/>
          </a:prstGeom>
          <a:solidFill xmlns:a="http://schemas.openxmlformats.org/drawingml/2006/main">
            <a:srgbClr val="D8DEE0"/>
          </a:solidFill>
          <a:ln xmlns:a="http://schemas.openxmlformats.org/drawingml/2006/main" w="5715">
            <a:solidFill>
              <a:srgbClr val="C2D4D7"/>
            </a:solidFill>
            <a:prstDash val="solid"/>
          </a:ln>
        </p:spPr>
      </p:sp>
      <p:sp>
        <p:nvSpPr>
          <p:cNvPr id="68" name="">
            <a:extLst xmlns:a="http://schemas.openxmlformats.org/drawingml/2006/main">
              <a:ext uri="{FF2B5EF4-FFF2-40B4-BE49-F238E27FC236}">
                <a16:creationId xmlns:a16="http://schemas.microsoft.com/office/drawing/2014/main" id="{900AF5A6-63D4-441E-ACF0-51D848A767F1}"/>
              </a:ext>
            </a:extLst>
          </p:cNvPr>
          <p:cNvSpPr>
            <a:spLocks xmlns:a="http://schemas.openxmlformats.org/drawingml/2006/main" noGrp="1"/>
          </p:cNvSpPr>
          <p:nvPr/>
        </p:nvSpPr>
        <p:spPr>
          <a:xfrm xmlns:a="http://schemas.openxmlformats.org/drawingml/2006/main">
            <a:off x="4686300" y="3648075"/>
            <a:ext cx="381000" cy="238125"/>
          </a:xfrm>
          <a:custGeom xmlns:a="http://schemas.openxmlformats.org/drawingml/2006/main">
            <a:pathLst>
              <a:path w="381000" h="238125">
                <a:moveTo>
                  <a:pt x="0" y="0"/>
                </a:moveTo>
                <a:lnTo>
                  <a:pt x="381000" y="238125"/>
                </a:lnTo>
              </a:path>
            </a:pathLst>
          </a:custGeom>
          <a:noFill xmlns:a="http://schemas.openxmlformats.org/drawingml/2006/main"/>
          <a:ln xmlns:a="http://schemas.openxmlformats.org/drawingml/2006/main" w="14288">
            <a:solidFill>
              <a:srgbClr val="5B737B"/>
            </a:solidFill>
            <a:prstDash val="solid"/>
          </a:ln>
        </p:spPr>
      </p:sp>
      <p:sp>
        <p:nvSpPr>
          <p:cNvPr id="69" name="">
            <a:extLst xmlns:a="http://schemas.openxmlformats.org/drawingml/2006/main">
              <a:ext uri="{FF2B5EF4-FFF2-40B4-BE49-F238E27FC236}">
                <a16:creationId xmlns:a16="http://schemas.microsoft.com/office/drawing/2014/main" id="{DB1FCAEA-F650-4751-AC52-390549410E02}"/>
              </a:ext>
            </a:extLst>
          </p:cNvPr>
          <p:cNvSpPr>
            <a:spLocks xmlns:a="http://schemas.openxmlformats.org/drawingml/2006/main" noGrp="1"/>
          </p:cNvSpPr>
          <p:nvPr/>
        </p:nvSpPr>
        <p:spPr>
          <a:xfrm xmlns:a="http://schemas.openxmlformats.org/drawingml/2006/main">
            <a:off x="4686300" y="3648075"/>
            <a:ext cx="381000" cy="238125"/>
          </a:xfrm>
          <a:custGeom xmlns:a="http://schemas.openxmlformats.org/drawingml/2006/main">
            <a:pathLst>
              <a:path w="381000" h="238125">
                <a:moveTo>
                  <a:pt x="0" y="238125"/>
                </a:moveTo>
                <a:lnTo>
                  <a:pt x="381000" y="0"/>
                </a:lnTo>
              </a:path>
            </a:pathLst>
          </a:custGeom>
          <a:noFill xmlns:a="http://schemas.openxmlformats.org/drawingml/2006/main"/>
          <a:ln xmlns:a="http://schemas.openxmlformats.org/drawingml/2006/main" w="14288">
            <a:solidFill>
              <a:srgbClr val="5B737B"/>
            </a:solidFill>
            <a:prstDash val="solid"/>
          </a:ln>
        </p:spPr>
      </p:sp>
      <p:sp>
        <p:nvSpPr>
          <p:cNvPr id="70" name="">
            <a:extLst xmlns:a="http://schemas.openxmlformats.org/drawingml/2006/main">
              <a:ext uri="{FF2B5EF4-FFF2-40B4-BE49-F238E27FC236}">
                <a16:creationId xmlns:a16="http://schemas.microsoft.com/office/drawing/2014/main" id="{526A89B5-1655-4ED2-A8D1-DAF13B770339}"/>
              </a:ext>
            </a:extLst>
          </p:cNvPr>
          <p:cNvSpPr>
            <a:spLocks xmlns:a="http://schemas.openxmlformats.org/drawingml/2006/main" noGrp="1"/>
          </p:cNvSpPr>
          <p:nvPr/>
        </p:nvSpPr>
        <p:spPr>
          <a:xfrm xmlns:a="http://schemas.openxmlformats.org/drawingml/2006/main">
            <a:off x="5162550" y="35718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71" name="">
            <a:extLst xmlns:a="http://schemas.openxmlformats.org/drawingml/2006/main">
              <a:ext uri="{FF2B5EF4-FFF2-40B4-BE49-F238E27FC236}">
                <a16:creationId xmlns:a16="http://schemas.microsoft.com/office/drawing/2014/main" id="{172B8F34-3E9F-485E-9160-9EC098BBA7AD}"/>
              </a:ext>
            </a:extLst>
          </p:cNvPr>
          <p:cNvSpPr>
            <a:spLocks xmlns:a="http://schemas.openxmlformats.org/drawingml/2006/main" noGrp="1"/>
          </p:cNvSpPr>
          <p:nvPr/>
        </p:nvSpPr>
        <p:spPr>
          <a:xfrm xmlns:a="http://schemas.openxmlformats.org/drawingml/2006/main">
            <a:off x="5715000" y="35718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72" name="">
            <a:extLst xmlns:a="http://schemas.openxmlformats.org/drawingml/2006/main">
              <a:ext uri="{FF2B5EF4-FFF2-40B4-BE49-F238E27FC236}">
                <a16:creationId xmlns:a16="http://schemas.microsoft.com/office/drawing/2014/main" id="{1BB869DB-25C9-405B-8BAC-140B887A01FD}"/>
              </a:ext>
            </a:extLst>
          </p:cNvPr>
          <p:cNvSpPr>
            <a:spLocks xmlns:a="http://schemas.openxmlformats.org/drawingml/2006/main" noGrp="1"/>
          </p:cNvSpPr>
          <p:nvPr/>
        </p:nvSpPr>
        <p:spPr>
          <a:xfrm xmlns:a="http://schemas.openxmlformats.org/drawingml/2006/main">
            <a:off x="6267450" y="35718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73" name="">
            <a:extLst xmlns:a="http://schemas.openxmlformats.org/drawingml/2006/main">
              <a:ext uri="{FF2B5EF4-FFF2-40B4-BE49-F238E27FC236}">
                <a16:creationId xmlns:a16="http://schemas.microsoft.com/office/drawing/2014/main" id="{CB31B861-699D-4CB0-9C77-FD8953FF7FCF}"/>
              </a:ext>
            </a:extLst>
          </p:cNvPr>
          <p:cNvSpPr>
            <a:spLocks xmlns:a="http://schemas.openxmlformats.org/drawingml/2006/main" noGrp="1"/>
          </p:cNvSpPr>
          <p:nvPr/>
        </p:nvSpPr>
        <p:spPr>
          <a:xfrm xmlns:a="http://schemas.openxmlformats.org/drawingml/2006/main">
            <a:off x="6819900" y="357187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74" name="">
            <a:extLst xmlns:a="http://schemas.openxmlformats.org/drawingml/2006/main">
              <a:ext uri="{FF2B5EF4-FFF2-40B4-BE49-F238E27FC236}">
                <a16:creationId xmlns:a16="http://schemas.microsoft.com/office/drawing/2014/main" id="{1195230E-C40C-4703-B834-293786A4C304}"/>
              </a:ext>
            </a:extLst>
          </p:cNvPr>
          <p:cNvSpPr>
            <a:spLocks xmlns:a="http://schemas.openxmlformats.org/drawingml/2006/main" noGrp="1"/>
          </p:cNvSpPr>
          <p:nvPr/>
        </p:nvSpPr>
        <p:spPr>
          <a:xfrm xmlns:a="http://schemas.openxmlformats.org/drawingml/2006/main">
            <a:off x="74295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75" name="">
            <a:extLst xmlns:a="http://schemas.openxmlformats.org/drawingml/2006/main">
              <a:ext uri="{FF2B5EF4-FFF2-40B4-BE49-F238E27FC236}">
                <a16:creationId xmlns:a16="http://schemas.microsoft.com/office/drawing/2014/main" id="{283A3CDA-E59D-4185-8162-486F308DAF40}"/>
              </a:ext>
            </a:extLst>
          </p:cNvPr>
          <p:cNvSpPr>
            <a:spLocks xmlns:a="http://schemas.openxmlformats.org/drawingml/2006/main" noGrp="1"/>
          </p:cNvSpPr>
          <p:nvPr/>
        </p:nvSpPr>
        <p:spPr>
          <a:xfrm xmlns:a="http://schemas.openxmlformats.org/drawingml/2006/main">
            <a:off x="129540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76" name="">
            <a:extLst xmlns:a="http://schemas.openxmlformats.org/drawingml/2006/main">
              <a:ext uri="{FF2B5EF4-FFF2-40B4-BE49-F238E27FC236}">
                <a16:creationId xmlns:a16="http://schemas.microsoft.com/office/drawing/2014/main" id="{7999916B-7F19-4768-B0C0-B66C83D83329}"/>
              </a:ext>
            </a:extLst>
          </p:cNvPr>
          <p:cNvSpPr>
            <a:spLocks xmlns:a="http://schemas.openxmlformats.org/drawingml/2006/main" noGrp="1"/>
          </p:cNvSpPr>
          <p:nvPr/>
        </p:nvSpPr>
        <p:spPr>
          <a:xfrm xmlns:a="http://schemas.openxmlformats.org/drawingml/2006/main">
            <a:off x="1847850" y="398145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77" name="">
            <a:extLst xmlns:a="http://schemas.openxmlformats.org/drawingml/2006/main">
              <a:ext uri="{FF2B5EF4-FFF2-40B4-BE49-F238E27FC236}">
                <a16:creationId xmlns:a16="http://schemas.microsoft.com/office/drawing/2014/main" id="{7013E084-73EA-455E-BFF4-F588C658675D}"/>
              </a:ext>
            </a:extLst>
          </p:cNvPr>
          <p:cNvSpPr>
            <a:spLocks xmlns:a="http://schemas.openxmlformats.org/drawingml/2006/main" noGrp="1"/>
          </p:cNvSpPr>
          <p:nvPr/>
        </p:nvSpPr>
        <p:spPr>
          <a:xfrm xmlns:a="http://schemas.openxmlformats.org/drawingml/2006/main">
            <a:off x="2400300" y="398145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78" name="">
            <a:extLst xmlns:a="http://schemas.openxmlformats.org/drawingml/2006/main">
              <a:ext uri="{FF2B5EF4-FFF2-40B4-BE49-F238E27FC236}">
                <a16:creationId xmlns:a16="http://schemas.microsoft.com/office/drawing/2014/main" id="{323A65DB-590A-49D5-AD59-2D22B7727160}"/>
              </a:ext>
            </a:extLst>
          </p:cNvPr>
          <p:cNvSpPr>
            <a:spLocks xmlns:a="http://schemas.openxmlformats.org/drawingml/2006/main" noGrp="1"/>
          </p:cNvSpPr>
          <p:nvPr/>
        </p:nvSpPr>
        <p:spPr>
          <a:xfrm xmlns:a="http://schemas.openxmlformats.org/drawingml/2006/main">
            <a:off x="2952750" y="398145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79" name="">
            <a:extLst xmlns:a="http://schemas.openxmlformats.org/drawingml/2006/main">
              <a:ext uri="{FF2B5EF4-FFF2-40B4-BE49-F238E27FC236}">
                <a16:creationId xmlns:a16="http://schemas.microsoft.com/office/drawing/2014/main" id="{54C9084A-CAA6-43E5-AADD-0A7FED93E050}"/>
              </a:ext>
            </a:extLst>
          </p:cNvPr>
          <p:cNvSpPr>
            <a:spLocks xmlns:a="http://schemas.openxmlformats.org/drawingml/2006/main" noGrp="1"/>
          </p:cNvSpPr>
          <p:nvPr/>
        </p:nvSpPr>
        <p:spPr>
          <a:xfrm xmlns:a="http://schemas.openxmlformats.org/drawingml/2006/main">
            <a:off x="350520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0" name="">
            <a:extLst xmlns:a="http://schemas.openxmlformats.org/drawingml/2006/main">
              <a:ext uri="{FF2B5EF4-FFF2-40B4-BE49-F238E27FC236}">
                <a16:creationId xmlns:a16="http://schemas.microsoft.com/office/drawing/2014/main" id="{78E645D2-C1AB-46DD-B080-BBE07388EE8B}"/>
              </a:ext>
            </a:extLst>
          </p:cNvPr>
          <p:cNvSpPr>
            <a:spLocks xmlns:a="http://schemas.openxmlformats.org/drawingml/2006/main" noGrp="1"/>
          </p:cNvSpPr>
          <p:nvPr/>
        </p:nvSpPr>
        <p:spPr>
          <a:xfrm xmlns:a="http://schemas.openxmlformats.org/drawingml/2006/main">
            <a:off x="405765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1" name="">
            <a:extLst xmlns:a="http://schemas.openxmlformats.org/drawingml/2006/main">
              <a:ext uri="{FF2B5EF4-FFF2-40B4-BE49-F238E27FC236}">
                <a16:creationId xmlns:a16="http://schemas.microsoft.com/office/drawing/2014/main" id="{5AAE4488-0DCD-4BA6-97AB-F055AB44474B}"/>
              </a:ext>
            </a:extLst>
          </p:cNvPr>
          <p:cNvSpPr>
            <a:spLocks xmlns:a="http://schemas.openxmlformats.org/drawingml/2006/main" noGrp="1"/>
          </p:cNvSpPr>
          <p:nvPr/>
        </p:nvSpPr>
        <p:spPr>
          <a:xfrm xmlns:a="http://schemas.openxmlformats.org/drawingml/2006/main">
            <a:off x="461010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2" name="">
            <a:extLst xmlns:a="http://schemas.openxmlformats.org/drawingml/2006/main">
              <a:ext uri="{FF2B5EF4-FFF2-40B4-BE49-F238E27FC236}">
                <a16:creationId xmlns:a16="http://schemas.microsoft.com/office/drawing/2014/main" id="{4300FB8B-02F8-458E-B0B1-5826ED0B3117}"/>
              </a:ext>
            </a:extLst>
          </p:cNvPr>
          <p:cNvSpPr>
            <a:spLocks xmlns:a="http://schemas.openxmlformats.org/drawingml/2006/main" noGrp="1"/>
          </p:cNvSpPr>
          <p:nvPr/>
        </p:nvSpPr>
        <p:spPr>
          <a:xfrm xmlns:a="http://schemas.openxmlformats.org/drawingml/2006/main">
            <a:off x="516255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3" name="">
            <a:extLst xmlns:a="http://schemas.openxmlformats.org/drawingml/2006/main">
              <a:ext uri="{FF2B5EF4-FFF2-40B4-BE49-F238E27FC236}">
                <a16:creationId xmlns:a16="http://schemas.microsoft.com/office/drawing/2014/main" id="{B7DDDEEC-F015-48BF-A7EF-7C5419194DD9}"/>
              </a:ext>
            </a:extLst>
          </p:cNvPr>
          <p:cNvSpPr>
            <a:spLocks xmlns:a="http://schemas.openxmlformats.org/drawingml/2006/main" noGrp="1"/>
          </p:cNvSpPr>
          <p:nvPr/>
        </p:nvSpPr>
        <p:spPr>
          <a:xfrm xmlns:a="http://schemas.openxmlformats.org/drawingml/2006/main">
            <a:off x="571500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4" name="">
            <a:extLst xmlns:a="http://schemas.openxmlformats.org/drawingml/2006/main">
              <a:ext uri="{FF2B5EF4-FFF2-40B4-BE49-F238E27FC236}">
                <a16:creationId xmlns:a16="http://schemas.microsoft.com/office/drawing/2014/main" id="{21FF8C52-015A-4E65-A54E-30C03B94CD25}"/>
              </a:ext>
            </a:extLst>
          </p:cNvPr>
          <p:cNvSpPr>
            <a:spLocks xmlns:a="http://schemas.openxmlformats.org/drawingml/2006/main" noGrp="1"/>
          </p:cNvSpPr>
          <p:nvPr/>
        </p:nvSpPr>
        <p:spPr>
          <a:xfrm xmlns:a="http://schemas.openxmlformats.org/drawingml/2006/main">
            <a:off x="626745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5" name="">
            <a:extLst xmlns:a="http://schemas.openxmlformats.org/drawingml/2006/main">
              <a:ext uri="{FF2B5EF4-FFF2-40B4-BE49-F238E27FC236}">
                <a16:creationId xmlns:a16="http://schemas.microsoft.com/office/drawing/2014/main" id="{3E9122B2-E15C-413D-A5C1-E8DD773E2A86}"/>
              </a:ext>
            </a:extLst>
          </p:cNvPr>
          <p:cNvSpPr>
            <a:spLocks xmlns:a="http://schemas.openxmlformats.org/drawingml/2006/main" noGrp="1"/>
          </p:cNvSpPr>
          <p:nvPr/>
        </p:nvSpPr>
        <p:spPr>
          <a:xfrm xmlns:a="http://schemas.openxmlformats.org/drawingml/2006/main">
            <a:off x="6819900" y="398145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6" name="">
            <a:extLst xmlns:a="http://schemas.openxmlformats.org/drawingml/2006/main">
              <a:ext uri="{FF2B5EF4-FFF2-40B4-BE49-F238E27FC236}">
                <a16:creationId xmlns:a16="http://schemas.microsoft.com/office/drawing/2014/main" id="{31728FDB-EACB-4283-A8A5-7E27BE02E167}"/>
              </a:ext>
            </a:extLst>
          </p:cNvPr>
          <p:cNvSpPr>
            <a:spLocks xmlns:a="http://schemas.openxmlformats.org/drawingml/2006/main" noGrp="1"/>
          </p:cNvSpPr>
          <p:nvPr/>
        </p:nvSpPr>
        <p:spPr>
          <a:xfrm xmlns:a="http://schemas.openxmlformats.org/drawingml/2006/main">
            <a:off x="74295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7" name="">
            <a:extLst xmlns:a="http://schemas.openxmlformats.org/drawingml/2006/main">
              <a:ext uri="{FF2B5EF4-FFF2-40B4-BE49-F238E27FC236}">
                <a16:creationId xmlns:a16="http://schemas.microsoft.com/office/drawing/2014/main" id="{BB2CBD58-A2F6-43FB-A111-0357733978CA}"/>
              </a:ext>
            </a:extLst>
          </p:cNvPr>
          <p:cNvSpPr>
            <a:spLocks xmlns:a="http://schemas.openxmlformats.org/drawingml/2006/main" noGrp="1"/>
          </p:cNvSpPr>
          <p:nvPr/>
        </p:nvSpPr>
        <p:spPr>
          <a:xfrm xmlns:a="http://schemas.openxmlformats.org/drawingml/2006/main">
            <a:off x="129540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8" name="">
            <a:extLst xmlns:a="http://schemas.openxmlformats.org/drawingml/2006/main">
              <a:ext uri="{FF2B5EF4-FFF2-40B4-BE49-F238E27FC236}">
                <a16:creationId xmlns:a16="http://schemas.microsoft.com/office/drawing/2014/main" id="{A5D88D0E-94B9-4488-960A-4FE05DDCAE6A}"/>
              </a:ext>
            </a:extLst>
          </p:cNvPr>
          <p:cNvSpPr>
            <a:spLocks xmlns:a="http://schemas.openxmlformats.org/drawingml/2006/main" noGrp="1"/>
          </p:cNvSpPr>
          <p:nvPr/>
        </p:nvSpPr>
        <p:spPr>
          <a:xfrm xmlns:a="http://schemas.openxmlformats.org/drawingml/2006/main">
            <a:off x="184785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89" name="">
            <a:extLst xmlns:a="http://schemas.openxmlformats.org/drawingml/2006/main">
              <a:ext uri="{FF2B5EF4-FFF2-40B4-BE49-F238E27FC236}">
                <a16:creationId xmlns:a16="http://schemas.microsoft.com/office/drawing/2014/main" id="{C5964D9A-9E71-4BFE-A08F-9D89DDB85071}"/>
              </a:ext>
            </a:extLst>
          </p:cNvPr>
          <p:cNvSpPr>
            <a:spLocks xmlns:a="http://schemas.openxmlformats.org/drawingml/2006/main" noGrp="1"/>
          </p:cNvSpPr>
          <p:nvPr/>
        </p:nvSpPr>
        <p:spPr>
          <a:xfrm xmlns:a="http://schemas.openxmlformats.org/drawingml/2006/main">
            <a:off x="240030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0" name="">
            <a:extLst xmlns:a="http://schemas.openxmlformats.org/drawingml/2006/main">
              <a:ext uri="{FF2B5EF4-FFF2-40B4-BE49-F238E27FC236}">
                <a16:creationId xmlns:a16="http://schemas.microsoft.com/office/drawing/2014/main" id="{102F74DF-4635-4C7C-9C9D-743B39B5BB22}"/>
              </a:ext>
            </a:extLst>
          </p:cNvPr>
          <p:cNvSpPr>
            <a:spLocks xmlns:a="http://schemas.openxmlformats.org/drawingml/2006/main" noGrp="1"/>
          </p:cNvSpPr>
          <p:nvPr/>
        </p:nvSpPr>
        <p:spPr>
          <a:xfrm xmlns:a="http://schemas.openxmlformats.org/drawingml/2006/main">
            <a:off x="295275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1" name="">
            <a:extLst xmlns:a="http://schemas.openxmlformats.org/drawingml/2006/main">
              <a:ext uri="{FF2B5EF4-FFF2-40B4-BE49-F238E27FC236}">
                <a16:creationId xmlns:a16="http://schemas.microsoft.com/office/drawing/2014/main" id="{AB5DD9EB-70CB-43F4-BA12-948E50CFA57F}"/>
              </a:ext>
            </a:extLst>
          </p:cNvPr>
          <p:cNvSpPr>
            <a:spLocks xmlns:a="http://schemas.openxmlformats.org/drawingml/2006/main" noGrp="1"/>
          </p:cNvSpPr>
          <p:nvPr/>
        </p:nvSpPr>
        <p:spPr>
          <a:xfrm xmlns:a="http://schemas.openxmlformats.org/drawingml/2006/main">
            <a:off x="350520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2" name="">
            <a:extLst xmlns:a="http://schemas.openxmlformats.org/drawingml/2006/main">
              <a:ext uri="{FF2B5EF4-FFF2-40B4-BE49-F238E27FC236}">
                <a16:creationId xmlns:a16="http://schemas.microsoft.com/office/drawing/2014/main" id="{EC304E48-B993-43CF-BD44-0EC414637601}"/>
              </a:ext>
            </a:extLst>
          </p:cNvPr>
          <p:cNvSpPr>
            <a:spLocks xmlns:a="http://schemas.openxmlformats.org/drawingml/2006/main" noGrp="1"/>
          </p:cNvSpPr>
          <p:nvPr/>
        </p:nvSpPr>
        <p:spPr>
          <a:xfrm xmlns:a="http://schemas.openxmlformats.org/drawingml/2006/main">
            <a:off x="4057650" y="439102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93" name="">
            <a:extLst xmlns:a="http://schemas.openxmlformats.org/drawingml/2006/main">
              <a:ext uri="{FF2B5EF4-FFF2-40B4-BE49-F238E27FC236}">
                <a16:creationId xmlns:a16="http://schemas.microsoft.com/office/drawing/2014/main" id="{C919ADCC-A900-4C5E-B58D-04AD28FC54A8}"/>
              </a:ext>
            </a:extLst>
          </p:cNvPr>
          <p:cNvSpPr>
            <a:spLocks xmlns:a="http://schemas.openxmlformats.org/drawingml/2006/main" noGrp="1"/>
          </p:cNvSpPr>
          <p:nvPr/>
        </p:nvSpPr>
        <p:spPr>
          <a:xfrm xmlns:a="http://schemas.openxmlformats.org/drawingml/2006/main">
            <a:off x="4610100" y="4391025"/>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94" name="">
            <a:extLst xmlns:a="http://schemas.openxmlformats.org/drawingml/2006/main">
              <a:ext uri="{FF2B5EF4-FFF2-40B4-BE49-F238E27FC236}">
                <a16:creationId xmlns:a16="http://schemas.microsoft.com/office/drawing/2014/main" id="{31CE7FD2-B0CA-45F2-B83F-E4E291D91FB5}"/>
              </a:ext>
            </a:extLst>
          </p:cNvPr>
          <p:cNvSpPr>
            <a:spLocks xmlns:a="http://schemas.openxmlformats.org/drawingml/2006/main" noGrp="1"/>
          </p:cNvSpPr>
          <p:nvPr/>
        </p:nvSpPr>
        <p:spPr>
          <a:xfrm xmlns:a="http://schemas.openxmlformats.org/drawingml/2006/main">
            <a:off x="516255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5" name="">
            <a:extLst xmlns:a="http://schemas.openxmlformats.org/drawingml/2006/main">
              <a:ext uri="{FF2B5EF4-FFF2-40B4-BE49-F238E27FC236}">
                <a16:creationId xmlns:a16="http://schemas.microsoft.com/office/drawing/2014/main" id="{CF26B9BB-8D7A-40E2-82D0-CFF42D5C7AE0}"/>
              </a:ext>
            </a:extLst>
          </p:cNvPr>
          <p:cNvSpPr>
            <a:spLocks xmlns:a="http://schemas.openxmlformats.org/drawingml/2006/main" noGrp="1"/>
          </p:cNvSpPr>
          <p:nvPr/>
        </p:nvSpPr>
        <p:spPr>
          <a:xfrm xmlns:a="http://schemas.openxmlformats.org/drawingml/2006/main">
            <a:off x="571500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6" name="">
            <a:extLst xmlns:a="http://schemas.openxmlformats.org/drawingml/2006/main">
              <a:ext uri="{FF2B5EF4-FFF2-40B4-BE49-F238E27FC236}">
                <a16:creationId xmlns:a16="http://schemas.microsoft.com/office/drawing/2014/main" id="{B0AE989E-3EBE-4259-BC41-CE78A22B0D61}"/>
              </a:ext>
            </a:extLst>
          </p:cNvPr>
          <p:cNvSpPr>
            <a:spLocks xmlns:a="http://schemas.openxmlformats.org/drawingml/2006/main" noGrp="1"/>
          </p:cNvSpPr>
          <p:nvPr/>
        </p:nvSpPr>
        <p:spPr>
          <a:xfrm xmlns:a="http://schemas.openxmlformats.org/drawingml/2006/main">
            <a:off x="626745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7" name="">
            <a:extLst xmlns:a="http://schemas.openxmlformats.org/drawingml/2006/main">
              <a:ext uri="{FF2B5EF4-FFF2-40B4-BE49-F238E27FC236}">
                <a16:creationId xmlns:a16="http://schemas.microsoft.com/office/drawing/2014/main" id="{AF4FCDD5-AB69-4E03-8EE2-CC0E809E72D4}"/>
              </a:ext>
            </a:extLst>
          </p:cNvPr>
          <p:cNvSpPr>
            <a:spLocks xmlns:a="http://schemas.openxmlformats.org/drawingml/2006/main" noGrp="1"/>
          </p:cNvSpPr>
          <p:nvPr/>
        </p:nvSpPr>
        <p:spPr>
          <a:xfrm xmlns:a="http://schemas.openxmlformats.org/drawingml/2006/main">
            <a:off x="6819900" y="4391025"/>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8" name="">
            <a:extLst xmlns:a="http://schemas.openxmlformats.org/drawingml/2006/main">
              <a:ext uri="{FF2B5EF4-FFF2-40B4-BE49-F238E27FC236}">
                <a16:creationId xmlns:a16="http://schemas.microsoft.com/office/drawing/2014/main" id="{83ABC6C9-CEC4-4164-959B-8E7ACC9FA547}"/>
              </a:ext>
            </a:extLst>
          </p:cNvPr>
          <p:cNvSpPr>
            <a:spLocks xmlns:a="http://schemas.openxmlformats.org/drawingml/2006/main" noGrp="1"/>
          </p:cNvSpPr>
          <p:nvPr/>
        </p:nvSpPr>
        <p:spPr>
          <a:xfrm xmlns:a="http://schemas.openxmlformats.org/drawingml/2006/main">
            <a:off x="74295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99" name="">
            <a:extLst xmlns:a="http://schemas.openxmlformats.org/drawingml/2006/main">
              <a:ext uri="{FF2B5EF4-FFF2-40B4-BE49-F238E27FC236}">
                <a16:creationId xmlns:a16="http://schemas.microsoft.com/office/drawing/2014/main" id="{25597426-2B93-43B2-98AF-86C42997A9EC}"/>
              </a:ext>
            </a:extLst>
          </p:cNvPr>
          <p:cNvSpPr>
            <a:spLocks xmlns:a="http://schemas.openxmlformats.org/drawingml/2006/main" noGrp="1"/>
          </p:cNvSpPr>
          <p:nvPr/>
        </p:nvSpPr>
        <p:spPr>
          <a:xfrm xmlns:a="http://schemas.openxmlformats.org/drawingml/2006/main">
            <a:off x="129540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0" name="">
            <a:extLst xmlns:a="http://schemas.openxmlformats.org/drawingml/2006/main">
              <a:ext uri="{FF2B5EF4-FFF2-40B4-BE49-F238E27FC236}">
                <a16:creationId xmlns:a16="http://schemas.microsoft.com/office/drawing/2014/main" id="{32DDA4C1-E615-47CE-BD77-1E28E24ACCE0}"/>
              </a:ext>
            </a:extLst>
          </p:cNvPr>
          <p:cNvSpPr>
            <a:spLocks xmlns:a="http://schemas.openxmlformats.org/drawingml/2006/main" noGrp="1"/>
          </p:cNvSpPr>
          <p:nvPr/>
        </p:nvSpPr>
        <p:spPr>
          <a:xfrm xmlns:a="http://schemas.openxmlformats.org/drawingml/2006/main">
            <a:off x="184785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1" name="">
            <a:extLst xmlns:a="http://schemas.openxmlformats.org/drawingml/2006/main">
              <a:ext uri="{FF2B5EF4-FFF2-40B4-BE49-F238E27FC236}">
                <a16:creationId xmlns:a16="http://schemas.microsoft.com/office/drawing/2014/main" id="{281A83C8-032F-49B8-8197-A890EF51B10A}"/>
              </a:ext>
            </a:extLst>
          </p:cNvPr>
          <p:cNvSpPr>
            <a:spLocks xmlns:a="http://schemas.openxmlformats.org/drawingml/2006/main" noGrp="1"/>
          </p:cNvSpPr>
          <p:nvPr/>
        </p:nvSpPr>
        <p:spPr>
          <a:xfrm xmlns:a="http://schemas.openxmlformats.org/drawingml/2006/main">
            <a:off x="240030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2" name="">
            <a:extLst xmlns:a="http://schemas.openxmlformats.org/drawingml/2006/main">
              <a:ext uri="{FF2B5EF4-FFF2-40B4-BE49-F238E27FC236}">
                <a16:creationId xmlns:a16="http://schemas.microsoft.com/office/drawing/2014/main" id="{F8284973-5944-4F5C-95E2-D25291D500FC}"/>
              </a:ext>
            </a:extLst>
          </p:cNvPr>
          <p:cNvSpPr>
            <a:spLocks xmlns:a="http://schemas.openxmlformats.org/drawingml/2006/main" noGrp="1"/>
          </p:cNvSpPr>
          <p:nvPr/>
        </p:nvSpPr>
        <p:spPr>
          <a:xfrm xmlns:a="http://schemas.openxmlformats.org/drawingml/2006/main">
            <a:off x="295275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3" name="">
            <a:extLst xmlns:a="http://schemas.openxmlformats.org/drawingml/2006/main">
              <a:ext uri="{FF2B5EF4-FFF2-40B4-BE49-F238E27FC236}">
                <a16:creationId xmlns:a16="http://schemas.microsoft.com/office/drawing/2014/main" id="{CEE337DD-8C23-4235-94D1-402B7D35A995}"/>
              </a:ext>
            </a:extLst>
          </p:cNvPr>
          <p:cNvSpPr>
            <a:spLocks xmlns:a="http://schemas.openxmlformats.org/drawingml/2006/main" noGrp="1"/>
          </p:cNvSpPr>
          <p:nvPr/>
        </p:nvSpPr>
        <p:spPr>
          <a:xfrm xmlns:a="http://schemas.openxmlformats.org/drawingml/2006/main">
            <a:off x="350520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4" name="">
            <a:extLst xmlns:a="http://schemas.openxmlformats.org/drawingml/2006/main">
              <a:ext uri="{FF2B5EF4-FFF2-40B4-BE49-F238E27FC236}">
                <a16:creationId xmlns:a16="http://schemas.microsoft.com/office/drawing/2014/main" id="{0C3B9688-85D5-4E0E-961C-EEE18A991832}"/>
              </a:ext>
            </a:extLst>
          </p:cNvPr>
          <p:cNvSpPr>
            <a:spLocks xmlns:a="http://schemas.openxmlformats.org/drawingml/2006/main" noGrp="1"/>
          </p:cNvSpPr>
          <p:nvPr/>
        </p:nvSpPr>
        <p:spPr>
          <a:xfrm xmlns:a="http://schemas.openxmlformats.org/drawingml/2006/main">
            <a:off x="4057650" y="480060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105" name="">
            <a:extLst xmlns:a="http://schemas.openxmlformats.org/drawingml/2006/main">
              <a:ext uri="{FF2B5EF4-FFF2-40B4-BE49-F238E27FC236}">
                <a16:creationId xmlns:a16="http://schemas.microsoft.com/office/drawing/2014/main" id="{8117D0E5-857A-4D32-B585-A814CFC43E76}"/>
              </a:ext>
            </a:extLst>
          </p:cNvPr>
          <p:cNvSpPr>
            <a:spLocks xmlns:a="http://schemas.openxmlformats.org/drawingml/2006/main" noGrp="1"/>
          </p:cNvSpPr>
          <p:nvPr/>
        </p:nvSpPr>
        <p:spPr>
          <a:xfrm xmlns:a="http://schemas.openxmlformats.org/drawingml/2006/main">
            <a:off x="4610100" y="4800600"/>
            <a:ext cx="533400" cy="390525"/>
          </a:xfrm>
          <a:prstGeom xmlns:a="http://schemas.openxmlformats.org/drawingml/2006/main" prst="rect">
            <a:avLst/>
          </a:prstGeom>
          <a:solidFill xmlns:a="http://schemas.openxmlformats.org/drawingml/2006/main">
            <a:srgbClr val="008F8A"/>
          </a:solidFill>
          <a:ln xmlns:a="http://schemas.openxmlformats.org/drawingml/2006/main" w="5715">
            <a:solidFill>
              <a:srgbClr val="C2D4D7"/>
            </a:solidFill>
            <a:prstDash val="solid"/>
          </a:ln>
        </p:spPr>
      </p:sp>
      <p:sp>
        <p:nvSpPr>
          <p:cNvPr id="106" name="">
            <a:extLst xmlns:a="http://schemas.openxmlformats.org/drawingml/2006/main">
              <a:ext uri="{FF2B5EF4-FFF2-40B4-BE49-F238E27FC236}">
                <a16:creationId xmlns:a16="http://schemas.microsoft.com/office/drawing/2014/main" id="{F8469C52-14E6-43E8-83BC-A97E2A98911E}"/>
              </a:ext>
            </a:extLst>
          </p:cNvPr>
          <p:cNvSpPr>
            <a:spLocks xmlns:a="http://schemas.openxmlformats.org/drawingml/2006/main" noGrp="1"/>
          </p:cNvSpPr>
          <p:nvPr/>
        </p:nvSpPr>
        <p:spPr>
          <a:xfrm xmlns:a="http://schemas.openxmlformats.org/drawingml/2006/main">
            <a:off x="516255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7" name="">
            <a:extLst xmlns:a="http://schemas.openxmlformats.org/drawingml/2006/main">
              <a:ext uri="{FF2B5EF4-FFF2-40B4-BE49-F238E27FC236}">
                <a16:creationId xmlns:a16="http://schemas.microsoft.com/office/drawing/2014/main" id="{85803D03-0D8D-4A1C-A7CC-8BCFF2E2ED4F}"/>
              </a:ext>
            </a:extLst>
          </p:cNvPr>
          <p:cNvSpPr>
            <a:spLocks xmlns:a="http://schemas.openxmlformats.org/drawingml/2006/main" noGrp="1"/>
          </p:cNvSpPr>
          <p:nvPr/>
        </p:nvSpPr>
        <p:spPr>
          <a:xfrm xmlns:a="http://schemas.openxmlformats.org/drawingml/2006/main">
            <a:off x="571500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8" name="">
            <a:extLst xmlns:a="http://schemas.openxmlformats.org/drawingml/2006/main">
              <a:ext uri="{FF2B5EF4-FFF2-40B4-BE49-F238E27FC236}">
                <a16:creationId xmlns:a16="http://schemas.microsoft.com/office/drawing/2014/main" id="{FA25481D-EAF4-4935-A094-15495266F61A}"/>
              </a:ext>
            </a:extLst>
          </p:cNvPr>
          <p:cNvSpPr>
            <a:spLocks xmlns:a="http://schemas.openxmlformats.org/drawingml/2006/main" noGrp="1"/>
          </p:cNvSpPr>
          <p:nvPr/>
        </p:nvSpPr>
        <p:spPr>
          <a:xfrm xmlns:a="http://schemas.openxmlformats.org/drawingml/2006/main">
            <a:off x="626745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09" name="">
            <a:extLst xmlns:a="http://schemas.openxmlformats.org/drawingml/2006/main">
              <a:ext uri="{FF2B5EF4-FFF2-40B4-BE49-F238E27FC236}">
                <a16:creationId xmlns:a16="http://schemas.microsoft.com/office/drawing/2014/main" id="{9D359494-FD5D-461D-B499-A464B1CAE55F}"/>
              </a:ext>
            </a:extLst>
          </p:cNvPr>
          <p:cNvSpPr>
            <a:spLocks xmlns:a="http://schemas.openxmlformats.org/drawingml/2006/main" noGrp="1"/>
          </p:cNvSpPr>
          <p:nvPr/>
        </p:nvSpPr>
        <p:spPr>
          <a:xfrm xmlns:a="http://schemas.openxmlformats.org/drawingml/2006/main">
            <a:off x="6819900" y="4800600"/>
            <a:ext cx="533400" cy="390525"/>
          </a:xfrm>
          <a:prstGeom xmlns:a="http://schemas.openxmlformats.org/drawingml/2006/main" prst="rect">
            <a:avLst/>
          </a:prstGeom>
          <a:solidFill xmlns:a="http://schemas.openxmlformats.org/drawingml/2006/main">
            <a:srgbClr val="F6F9F9"/>
          </a:solidFill>
          <a:ln xmlns:a="http://schemas.openxmlformats.org/drawingml/2006/main" w="5715">
            <a:solidFill>
              <a:srgbClr val="C2D4D7"/>
            </a:solidFill>
            <a:prstDash val="solid"/>
          </a:ln>
        </p:spPr>
      </p:sp>
      <p:sp>
        <p:nvSpPr>
          <p:cNvPr id="110" name="">
            <a:extLst xmlns:a="http://schemas.openxmlformats.org/drawingml/2006/main">
              <a:ext uri="{FF2B5EF4-FFF2-40B4-BE49-F238E27FC236}">
                <a16:creationId xmlns:a16="http://schemas.microsoft.com/office/drawing/2014/main" id="{E1E61C60-C83D-4C09-8488-C95002DD686E}"/>
              </a:ext>
            </a:extLst>
          </p:cNvPr>
          <p:cNvSpPr>
            <a:spLocks xmlns:a="http://schemas.openxmlformats.org/drawingml/2006/main" noGrp="1"/>
          </p:cNvSpPr>
          <p:nvPr/>
        </p:nvSpPr>
        <p:spPr>
          <a:xfrm xmlns:a="http://schemas.openxmlformats.org/drawingml/2006/main">
            <a:off x="723900" y="1914525"/>
            <a:ext cx="6648450" cy="3295650"/>
          </a:xfrm>
          <a:prstGeom xmlns:a="http://schemas.openxmlformats.org/drawingml/2006/main" prst="rect">
            <a:avLst/>
          </a:prstGeom>
          <a:noFill xmlns:a="http://schemas.openxmlformats.org/drawingml/2006/main"/>
          <a:ln xmlns:a="http://schemas.openxmlformats.org/drawingml/2006/main" w="23813">
            <a:solidFill>
              <a:srgbClr val="153749"/>
            </a:solidFill>
            <a:prstDash val="solid"/>
          </a:ln>
        </p:spPr>
      </p:sp>
      <p:sp>
        <p:nvSpPr>
          <p:cNvPr id="111" name="Actuación">
            <a:extLst xmlns:a="http://schemas.openxmlformats.org/drawingml/2006/main">
              <a:ext uri="{FF2B5EF4-FFF2-40B4-BE49-F238E27FC236}">
                <a16:creationId xmlns:a16="http://schemas.microsoft.com/office/drawing/2014/main" id="{D150FE28-BEC1-4587-8E5D-E688782653D6}"/>
              </a:ext>
            </a:extLst>
          </p:cNvPr>
          <p:cNvSpPr>
            <a:spLocks xmlns:a="http://schemas.openxmlformats.org/drawingml/2006/main" noGrp="1"/>
          </p:cNvSpPr>
          <p:nvPr/>
        </p:nvSpPr>
        <p:spPr>
          <a:xfrm xmlns:a="http://schemas.openxmlformats.org/drawingml/2006/main">
            <a:off x="8191500" y="204787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Actuación</a:t>
            </a:r>
          </a:p>
        </p:txBody>
      </p:sp>
      <p:sp>
        <p:nvSpPr>
          <p:cNvPr id="112" name="">
            <a:extLst xmlns:a="http://schemas.openxmlformats.org/drawingml/2006/main">
              <a:ext uri="{FF2B5EF4-FFF2-40B4-BE49-F238E27FC236}">
                <a16:creationId xmlns:a16="http://schemas.microsoft.com/office/drawing/2014/main" id="{26B61ED2-048E-4D8E-9F04-E97B9C797365}"/>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rect">
            <a:avLst/>
          </a:prstGeom>
          <a:solidFill xmlns:a="http://schemas.openxmlformats.org/drawingml/2006/main">
            <a:srgbClr val="008F8A"/>
          </a:solidFill>
          <a:ln xmlns:a="http://schemas.openxmlformats.org/drawingml/2006/main" w="0">
            <a:noFill/>
            <a:prstDash val="solid"/>
          </a:ln>
        </p:spPr>
      </p:sp>
      <p:sp>
        <p:nvSpPr>
          <p:cNvPr id="113" name="Celdas seleccionadas">
            <a:extLst xmlns:a="http://schemas.openxmlformats.org/drawingml/2006/main">
              <a:ext uri="{FF2B5EF4-FFF2-40B4-BE49-F238E27FC236}">
                <a16:creationId xmlns:a16="http://schemas.microsoft.com/office/drawing/2014/main" id="{E8F407C0-CC1E-4A57-82EA-1994F2B695F8}"/>
              </a:ext>
            </a:extLst>
          </p:cNvPr>
          <p:cNvSpPr>
            <a:spLocks xmlns:a="http://schemas.openxmlformats.org/drawingml/2006/main" noGrp="1"/>
          </p:cNvSpPr>
          <p:nvPr/>
        </p:nvSpPr>
        <p:spPr>
          <a:xfrm xmlns:a="http://schemas.openxmlformats.org/drawingml/2006/main">
            <a:off x="8610600" y="2428875"/>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Celdas seleccionadas</a:t>
            </a:r>
          </a:p>
        </p:txBody>
      </p:sp>
      <p:sp>
        <p:nvSpPr>
          <p:cNvPr id="114" name="Exclusión">
            <a:extLst xmlns:a="http://schemas.openxmlformats.org/drawingml/2006/main">
              <a:ext uri="{FF2B5EF4-FFF2-40B4-BE49-F238E27FC236}">
                <a16:creationId xmlns:a16="http://schemas.microsoft.com/office/drawing/2014/main" id="{8D5D4203-E0DE-457C-8187-90DFDFB9805A}"/>
              </a:ext>
            </a:extLst>
          </p:cNvPr>
          <p:cNvSpPr>
            <a:spLocks xmlns:a="http://schemas.openxmlformats.org/drawingml/2006/main" noGrp="1"/>
          </p:cNvSpPr>
          <p:nvPr/>
        </p:nvSpPr>
        <p:spPr>
          <a:xfrm xmlns:a="http://schemas.openxmlformats.org/drawingml/2006/main">
            <a:off x="8191500" y="326707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Exclusión</a:t>
            </a:r>
          </a:p>
        </p:txBody>
      </p:sp>
      <p:sp>
        <p:nvSpPr>
          <p:cNvPr id="115" name="">
            <a:extLst xmlns:a="http://schemas.openxmlformats.org/drawingml/2006/main">
              <a:ext uri="{FF2B5EF4-FFF2-40B4-BE49-F238E27FC236}">
                <a16:creationId xmlns:a16="http://schemas.microsoft.com/office/drawing/2014/main" id="{60F31709-B092-4E5E-9A2E-093E523A7693}"/>
              </a:ext>
            </a:extLst>
          </p:cNvPr>
          <p:cNvSpPr>
            <a:spLocks xmlns:a="http://schemas.openxmlformats.org/drawingml/2006/main" noGrp="1"/>
          </p:cNvSpPr>
          <p:nvPr/>
        </p:nvSpPr>
        <p:spPr>
          <a:xfrm xmlns:a="http://schemas.openxmlformats.org/drawingml/2006/main">
            <a:off x="8191500" y="3705225"/>
            <a:ext cx="247650" cy="247650"/>
          </a:xfrm>
          <a:prstGeom xmlns:a="http://schemas.openxmlformats.org/drawingml/2006/main" prst="rect">
            <a:avLst/>
          </a:prstGeom>
          <a:solidFill xmlns:a="http://schemas.openxmlformats.org/drawingml/2006/main">
            <a:srgbClr val="D8DEE0"/>
          </a:solidFill>
          <a:ln xmlns:a="http://schemas.openxmlformats.org/drawingml/2006/main" w="9525">
            <a:solidFill>
              <a:srgbClr val="5B737B"/>
            </a:solidFill>
            <a:prstDash val="solid"/>
          </a:ln>
        </p:spPr>
      </p:sp>
      <p:sp>
        <p:nvSpPr>
          <p:cNvPr id="116" name="Obstáculos y restricciones">
            <a:extLst xmlns:a="http://schemas.openxmlformats.org/drawingml/2006/main">
              <a:ext uri="{FF2B5EF4-FFF2-40B4-BE49-F238E27FC236}">
                <a16:creationId xmlns:a16="http://schemas.microsoft.com/office/drawing/2014/main" id="{D861AF8C-9169-4384-BD19-A9456573C3AE}"/>
              </a:ext>
            </a:extLst>
          </p:cNvPr>
          <p:cNvSpPr>
            <a:spLocks xmlns:a="http://schemas.openxmlformats.org/drawingml/2006/main" noGrp="1"/>
          </p:cNvSpPr>
          <p:nvPr/>
        </p:nvSpPr>
        <p:spPr>
          <a:xfrm xmlns:a="http://schemas.openxmlformats.org/drawingml/2006/main">
            <a:off x="8610600" y="3648075"/>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03D4A"/>
                </a:solidFill>
                <a:latin typeface="Fira Sans"/>
                <a:ea typeface="Fira Sans"/>
                <a:cs typeface="Fira Sans"/>
              </a:defRPr>
            </a:defPPr>
            <a:lvl1pPr algn="l">
              <a:defRPr sz="1875" b="0">
                <a:solidFill>
                  <a:srgbClr val="203D4A"/>
                </a:solidFill>
                <a:latin typeface="Fira Sans"/>
                <a:ea typeface="Fira Sans"/>
                <a:cs typeface="Fira Sans"/>
              </a:defRPr>
            </a:lvl1pPr>
            <a:lvl2pPr algn="l">
              <a:defRPr sz="1875" b="0">
                <a:solidFill>
                  <a:srgbClr val="203D4A"/>
                </a:solidFill>
                <a:latin typeface="Fira Sans"/>
                <a:ea typeface="Fira Sans"/>
                <a:cs typeface="Fira Sans"/>
              </a:defRPr>
            </a:lvl2pPr>
            <a:lvl3pPr algn="l">
              <a:defRPr sz="1875" b="0">
                <a:solidFill>
                  <a:srgbClr val="203D4A"/>
                </a:solidFill>
                <a:latin typeface="Fira Sans"/>
                <a:ea typeface="Fira Sans"/>
                <a:cs typeface="Fira Sans"/>
              </a:defRPr>
            </a:lvl3pPr>
            <a:lvl4pPr algn="l">
              <a:defRPr sz="1875" b="0">
                <a:solidFill>
                  <a:srgbClr val="203D4A"/>
                </a:solidFill>
                <a:latin typeface="Fira Sans"/>
                <a:ea typeface="Fira Sans"/>
                <a:cs typeface="Fira Sans"/>
              </a:defRPr>
            </a:lvl4pPr>
            <a:lvl5pPr algn="l">
              <a:defRPr sz="1875" b="0">
                <a:solidFill>
                  <a:srgbClr val="203D4A"/>
                </a:solidFill>
                <a:latin typeface="Fira Sans"/>
                <a:ea typeface="Fira Sans"/>
                <a:cs typeface="Fira Sans"/>
              </a:defRPr>
            </a:lvl5pPr>
            <a:lvl6pPr algn="l">
              <a:defRPr sz="1875" b="0">
                <a:solidFill>
                  <a:srgbClr val="203D4A"/>
                </a:solidFill>
                <a:latin typeface="Fira Sans"/>
                <a:ea typeface="Fira Sans"/>
                <a:cs typeface="Fira Sans"/>
              </a:defRPr>
            </a:lvl6pPr>
            <a:lvl7pPr algn="l">
              <a:defRPr sz="1875" b="0">
                <a:solidFill>
                  <a:srgbClr val="203D4A"/>
                </a:solidFill>
                <a:latin typeface="Fira Sans"/>
                <a:ea typeface="Fira Sans"/>
                <a:cs typeface="Fira Sans"/>
              </a:defRPr>
            </a:lvl7pPr>
            <a:lvl8pPr algn="l">
              <a:defRPr sz="1875" b="0">
                <a:solidFill>
                  <a:srgbClr val="203D4A"/>
                </a:solidFill>
                <a:latin typeface="Fira Sans"/>
                <a:ea typeface="Fira Sans"/>
                <a:cs typeface="Fira Sans"/>
              </a:defRPr>
            </a:lvl8pPr>
            <a:lvl9pPr algn="l">
              <a:defRPr sz="1875" b="0">
                <a:solidFill>
                  <a:srgbClr val="203D4A"/>
                </a:solidFill>
                <a:latin typeface="Fira Sans"/>
                <a:ea typeface="Fira Sans"/>
                <a:cs typeface="Fira Sans"/>
              </a:defRPr>
            </a:lvl9pPr>
          </a:lstStyle>
          <a:p xmlns:a="http://schemas.openxmlformats.org/drawingml/2006/main">
            <a:pPr algn="l">
              <a:defRPr sz="1875" b="0">
                <a:solidFill>
                  <a:srgbClr val="203D4A"/>
                </a:solidFill>
                <a:latin typeface="Fira Sans"/>
                <a:ea typeface="Fira Sans"/>
                <a:cs typeface="Fira Sans"/>
              </a:defRPr>
            </a:pPr>
            <a:r>
              <a:rPr sz="1875" b="0">
                <a:solidFill>
                  <a:srgbClr val="203D4A"/>
                </a:solidFill>
                <a:latin typeface="Fira Sans"/>
                <a:ea typeface="Fira Sans"/>
                <a:cs typeface="Fira Sans"/>
              </a:rPr>
              <a:t>Obstáculos y restricciones</a:t>
            </a:r>
          </a:p>
        </p:txBody>
      </p:sp>
      <p:sp>
        <p:nvSpPr>
          <p:cNvPr id="117" name="Formato y compatibilidad&#10;del equipo receptor.">
            <a:extLst xmlns:a="http://schemas.openxmlformats.org/drawingml/2006/main">
              <a:ext uri="{FF2B5EF4-FFF2-40B4-BE49-F238E27FC236}">
                <a16:creationId xmlns:a16="http://schemas.microsoft.com/office/drawing/2014/main" id="{B07F5DCF-01E0-4CEE-B2FA-218CDF3DE7D0}"/>
              </a:ext>
            </a:extLst>
          </p:cNvPr>
          <p:cNvSpPr>
            <a:spLocks xmlns:a="http://schemas.openxmlformats.org/drawingml/2006/main" noGrp="1"/>
          </p:cNvSpPr>
          <p:nvPr/>
        </p:nvSpPr>
        <p:spPr>
          <a:xfrm xmlns:a="http://schemas.openxmlformats.org/drawingml/2006/main">
            <a:off x="8191500" y="47529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53749"/>
                </a:solidFill>
                <a:latin typeface="Fira Sans"/>
                <a:ea typeface="Fira Sans"/>
                <a:cs typeface="Fira Sans"/>
              </a:defRPr>
            </a:defPPr>
            <a:lvl1pPr algn="l">
              <a:defRPr sz="1875" b="1">
                <a:solidFill>
                  <a:srgbClr val="153749"/>
                </a:solidFill>
                <a:latin typeface="Fira Sans"/>
                <a:ea typeface="Fira Sans"/>
                <a:cs typeface="Fira Sans"/>
              </a:defRPr>
            </a:lvl1pPr>
            <a:lvl2pPr algn="l">
              <a:defRPr sz="1875" b="1">
                <a:solidFill>
                  <a:srgbClr val="153749"/>
                </a:solidFill>
                <a:latin typeface="Fira Sans"/>
                <a:ea typeface="Fira Sans"/>
                <a:cs typeface="Fira Sans"/>
              </a:defRPr>
            </a:lvl2pPr>
            <a:lvl3pPr algn="l">
              <a:defRPr sz="1875" b="1">
                <a:solidFill>
                  <a:srgbClr val="153749"/>
                </a:solidFill>
                <a:latin typeface="Fira Sans"/>
                <a:ea typeface="Fira Sans"/>
                <a:cs typeface="Fira Sans"/>
              </a:defRPr>
            </a:lvl3pPr>
            <a:lvl4pPr algn="l">
              <a:defRPr sz="1875" b="1">
                <a:solidFill>
                  <a:srgbClr val="153749"/>
                </a:solidFill>
                <a:latin typeface="Fira Sans"/>
                <a:ea typeface="Fira Sans"/>
                <a:cs typeface="Fira Sans"/>
              </a:defRPr>
            </a:lvl4pPr>
            <a:lvl5pPr algn="l">
              <a:defRPr sz="1875" b="1">
                <a:solidFill>
                  <a:srgbClr val="153749"/>
                </a:solidFill>
                <a:latin typeface="Fira Sans"/>
                <a:ea typeface="Fira Sans"/>
                <a:cs typeface="Fira Sans"/>
              </a:defRPr>
            </a:lvl5pPr>
            <a:lvl6pPr algn="l">
              <a:defRPr sz="1875" b="1">
                <a:solidFill>
                  <a:srgbClr val="153749"/>
                </a:solidFill>
                <a:latin typeface="Fira Sans"/>
                <a:ea typeface="Fira Sans"/>
                <a:cs typeface="Fira Sans"/>
              </a:defRPr>
            </a:lvl6pPr>
            <a:lvl7pPr algn="l">
              <a:defRPr sz="1875" b="1">
                <a:solidFill>
                  <a:srgbClr val="153749"/>
                </a:solidFill>
                <a:latin typeface="Fira Sans"/>
                <a:ea typeface="Fira Sans"/>
                <a:cs typeface="Fira Sans"/>
              </a:defRPr>
            </a:lvl7pPr>
            <a:lvl8pPr algn="l">
              <a:defRPr sz="1875" b="1">
                <a:solidFill>
                  <a:srgbClr val="153749"/>
                </a:solidFill>
                <a:latin typeface="Fira Sans"/>
                <a:ea typeface="Fira Sans"/>
                <a:cs typeface="Fira Sans"/>
              </a:defRPr>
            </a:lvl8pPr>
            <a:lvl9pPr algn="l">
              <a:defRPr sz="1875" b="1">
                <a:solidFill>
                  <a:srgbClr val="153749"/>
                </a:solidFill>
                <a:latin typeface="Fira Sans"/>
                <a:ea typeface="Fira Sans"/>
                <a:cs typeface="Fira Sans"/>
              </a:defRPr>
            </a:lvl9pPr>
          </a:lstStyle>
          <a:p xmlns:a="http://schemas.openxmlformats.org/drawingml/2006/main">
            <a:pPr algn="l">
              <a:defRPr sz="1875" b="1">
                <a:solidFill>
                  <a:srgbClr val="153749"/>
                </a:solidFill>
                <a:latin typeface="Fira Sans"/>
                <a:ea typeface="Fira Sans"/>
                <a:cs typeface="Fira Sans"/>
              </a:defRPr>
            </a:pPr>
            <a:r>
              <a:rPr sz="1875" b="1">
                <a:solidFill>
                  <a:srgbClr val="153749"/>
                </a:solidFill>
                <a:latin typeface="Fira Sans"/>
                <a:ea typeface="Fira Sans"/>
                <a:cs typeface="Fira Sans"/>
              </a:rPr>
              <a:t>Formato y compatibilidad</a:t>
            </a:r>
          </a:p>
          <a:p xmlns:a="http://schemas.openxmlformats.org/drawingml/2006/main">
            <a:pPr algn="l">
              <a:defRPr sz="1875" b="1">
                <a:solidFill>
                  <a:srgbClr val="153749"/>
                </a:solidFill>
                <a:latin typeface="Fira Sans"/>
                <a:ea typeface="Fira Sans"/>
                <a:cs typeface="Fira Sans"/>
              </a:defRPr>
            </a:pPr>
            <a:r>
              <a:rPr sz="1875" b="1">
                <a:solidFill>
                  <a:srgbClr val="153749"/>
                </a:solidFill>
                <a:latin typeface="Fira Sans"/>
                <a:ea typeface="Fira Sans"/>
                <a:cs typeface="Fira Sans"/>
              </a:rPr>
              <a:t>del equipo receptor.</a:t>
            </a:r>
          </a:p>
        </p:txBody>
      </p:sp>
      <p:sp>
        <p:nvSpPr>
          <p:cNvPr id="118" name="Esquema conceptual. Sin coordenadas, dosis ni archivo de apl">
            <a:extLst xmlns:a="http://schemas.openxmlformats.org/drawingml/2006/main">
              <a:ext uri="{FF2B5EF4-FFF2-40B4-BE49-F238E27FC236}">
                <a16:creationId xmlns:a16="http://schemas.microsoft.com/office/drawing/2014/main" id="{E872F1FE-9AF8-4E95-88A9-622D05394328}"/>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Esquema conceptual. Sin coordenadas, dosis ni archivo de aplicación para maquinaria.</a:t>
            </a:r>
          </a:p>
        </p:txBody>
      </p:sp>
    </p:spTree>
    <p:extLst>
      <p:ext uri="{BB962C8B-B14F-4D97-AF65-F5344CB8AC3E}">
        <p14:creationId xmlns:p14="http://schemas.microsoft.com/office/powerpoint/2010/main" val="1828731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Evaluación del servicio">
            <a:extLst xmlns:a="http://schemas.openxmlformats.org/drawingml/2006/main">
              <a:ext uri="{FF2B5EF4-FFF2-40B4-BE49-F238E27FC236}">
                <a16:creationId xmlns:a16="http://schemas.microsoft.com/office/drawing/2014/main" id="{075D36CB-7290-4784-8C61-B1929FA07C7D}"/>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Evaluación del servicio</a:t>
            </a:r>
          </a:p>
        </p:txBody>
      </p:sp>
      <p:pic>
        <p:nvPicPr>
          <p:cNvPr id="2" name="">
            <a:extLst xmlns:a="http://schemas.openxmlformats.org/drawingml/2006/main">
              <a:ext uri="{FF2B5EF4-FFF2-40B4-BE49-F238E27FC236}">
                <a16:creationId xmlns:a16="http://schemas.microsoft.com/office/drawing/2014/main" id="{428EC67C-8C46-464C-9A31-70E2577D7549}"/>
              </a:ext>
            </a:extLst>
          </p:cNvPr>
          <p:cNvPicPr>
            <a:picLocks xmlns:a="http://schemas.openxmlformats.org/drawingml/2006/main" noChangeAspect="1"/>
          </p:cNvPicPr>
          <p:nvPr/>
        </p:nvPicPr>
        <p:blipFill>
          <a:blip xmlns:r="http://schemas.openxmlformats.org/officeDocument/2006/relationships" xmlns:a="http://schemas.openxmlformats.org/drawingml/2006/main" r:embed="Rd0cd1cc16cc145a8"/>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A3394573-6930-43B5-879D-6286BCA64602}"/>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19">
            <a:extLst xmlns:a="http://schemas.openxmlformats.org/drawingml/2006/main">
              <a:ext uri="{FF2B5EF4-FFF2-40B4-BE49-F238E27FC236}">
                <a16:creationId xmlns:a16="http://schemas.microsoft.com/office/drawing/2014/main" id="{1B328CD1-4B02-439E-A390-26958C308B3D}"/>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19</a:t>
            </a:r>
          </a:p>
        </p:txBody>
      </p:sp>
      <p:sp>
        <p:nvSpPr>
          <p:cNvPr id="5" name="01">
            <a:extLst xmlns:a="http://schemas.openxmlformats.org/drawingml/2006/main">
              <a:ext uri="{FF2B5EF4-FFF2-40B4-BE49-F238E27FC236}">
                <a16:creationId xmlns:a16="http://schemas.microsoft.com/office/drawing/2014/main" id="{ADDB8927-2622-4F2E-86C4-A1E7E229BF35}"/>
              </a:ext>
            </a:extLst>
          </p:cNvPr>
          <p:cNvSpPr>
            <a:spLocks xmlns:a="http://schemas.openxmlformats.org/drawingml/2006/main" noGrp="1"/>
          </p:cNvSpPr>
          <p:nvPr/>
        </p:nvSpPr>
        <p:spPr>
          <a:xfrm xmlns:a="http://schemas.openxmlformats.org/drawingml/2006/main">
            <a:off x="533400" y="2143125"/>
            <a:ext cx="23526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01</a:t>
            </a:r>
          </a:p>
        </p:txBody>
      </p:sp>
      <p:sp>
        <p:nvSpPr>
          <p:cNvPr id="6" name="Necesidad">
            <a:extLst xmlns:a="http://schemas.openxmlformats.org/drawingml/2006/main">
              <a:ext uri="{FF2B5EF4-FFF2-40B4-BE49-F238E27FC236}">
                <a16:creationId xmlns:a16="http://schemas.microsoft.com/office/drawing/2014/main" id="{A7D8586F-FF27-46AB-A9E4-678A71062DC4}"/>
              </a:ext>
            </a:extLst>
          </p:cNvPr>
          <p:cNvSpPr>
            <a:spLocks xmlns:a="http://schemas.openxmlformats.org/drawingml/2006/main" noGrp="1"/>
          </p:cNvSpPr>
          <p:nvPr/>
        </p:nvSpPr>
        <p:spPr>
          <a:xfrm xmlns:a="http://schemas.openxmlformats.org/drawingml/2006/main">
            <a:off x="533400" y="2886075"/>
            <a:ext cx="2352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Necesidad</a:t>
            </a:r>
          </a:p>
        </p:txBody>
      </p:sp>
      <p:sp>
        <p:nvSpPr>
          <p:cNvPr id="7" name="Problema y superficie&#10;que se deben evaluar.">
            <a:extLst xmlns:a="http://schemas.openxmlformats.org/drawingml/2006/main">
              <a:ext uri="{FF2B5EF4-FFF2-40B4-BE49-F238E27FC236}">
                <a16:creationId xmlns:a16="http://schemas.microsoft.com/office/drawing/2014/main" id="{F904475C-F3CE-4AB5-9B37-1080269F3DA6}"/>
              </a:ext>
            </a:extLst>
          </p:cNvPr>
          <p:cNvSpPr>
            <a:spLocks xmlns:a="http://schemas.openxmlformats.org/drawingml/2006/main" noGrp="1"/>
          </p:cNvSpPr>
          <p:nvPr/>
        </p:nvSpPr>
        <p:spPr>
          <a:xfrm xmlns:a="http://schemas.openxmlformats.org/drawingml/2006/main">
            <a:off x="533400" y="3705225"/>
            <a:ext cx="23526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Problema y superficie</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que se deben evaluar.</a:t>
            </a:r>
          </a:p>
        </p:txBody>
      </p:sp>
      <p:sp>
        <p:nvSpPr>
          <p:cNvPr id="8" name="">
            <a:extLst xmlns:a="http://schemas.openxmlformats.org/drawingml/2006/main">
              <a:ext uri="{FF2B5EF4-FFF2-40B4-BE49-F238E27FC236}">
                <a16:creationId xmlns:a16="http://schemas.microsoft.com/office/drawing/2014/main" id="{D207999C-7415-45FB-8F38-E7BF83ADC2F9}"/>
              </a:ext>
            </a:extLst>
          </p:cNvPr>
          <p:cNvSpPr>
            <a:spLocks xmlns:a="http://schemas.openxmlformats.org/drawingml/2006/main" noGrp="1"/>
          </p:cNvSpPr>
          <p:nvPr/>
        </p:nvSpPr>
        <p:spPr>
          <a:xfrm xmlns:a="http://schemas.openxmlformats.org/drawingml/2006/main">
            <a:off x="2886075" y="2486025"/>
            <a:ext cx="314325" cy="9525"/>
          </a:xfrm>
          <a:custGeom xmlns:a="http://schemas.openxmlformats.org/drawingml/2006/main">
            <a:pathLst>
              <a:path w="314325" h="9525">
                <a:moveTo>
                  <a:pt x="0" y="0"/>
                </a:moveTo>
                <a:lnTo>
                  <a:pt x="314325" y="0"/>
                </a:lnTo>
              </a:path>
            </a:pathLst>
          </a:custGeom>
          <a:noFill xmlns:a="http://schemas.openxmlformats.org/drawingml/2006/main"/>
          <a:ln xmlns:a="http://schemas.openxmlformats.org/drawingml/2006/main" w="23813">
            <a:solidFill>
              <a:srgbClr val="008F8A"/>
            </a:solidFill>
            <a:prstDash val="solid"/>
          </a:ln>
        </p:spPr>
      </p:sp>
      <p:sp>
        <p:nvSpPr>
          <p:cNvPr id="9" name="">
            <a:extLst xmlns:a="http://schemas.openxmlformats.org/drawingml/2006/main">
              <a:ext uri="{FF2B5EF4-FFF2-40B4-BE49-F238E27FC236}">
                <a16:creationId xmlns:a16="http://schemas.microsoft.com/office/drawing/2014/main" id="{A0F2C810-ABF4-4B7E-9BD3-38CA97C36812}"/>
              </a:ext>
            </a:extLst>
          </p:cNvPr>
          <p:cNvSpPr>
            <a:spLocks xmlns:a="http://schemas.openxmlformats.org/drawingml/2006/main" noGrp="1"/>
          </p:cNvSpPr>
          <p:nvPr/>
        </p:nvSpPr>
        <p:spPr>
          <a:xfrm xmlns:a="http://schemas.openxmlformats.org/drawingml/2006/main">
            <a:off x="3114675" y="242887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0" name="02">
            <a:extLst xmlns:a="http://schemas.openxmlformats.org/drawingml/2006/main">
              <a:ext uri="{FF2B5EF4-FFF2-40B4-BE49-F238E27FC236}">
                <a16:creationId xmlns:a16="http://schemas.microsoft.com/office/drawing/2014/main" id="{8CDCA2AA-A73D-4FE7-AA01-D356B1B454E1}"/>
              </a:ext>
            </a:extLst>
          </p:cNvPr>
          <p:cNvSpPr>
            <a:spLocks xmlns:a="http://schemas.openxmlformats.org/drawingml/2006/main" noGrp="1"/>
          </p:cNvSpPr>
          <p:nvPr/>
        </p:nvSpPr>
        <p:spPr>
          <a:xfrm xmlns:a="http://schemas.openxmlformats.org/drawingml/2006/main">
            <a:off x="3429000" y="2143125"/>
            <a:ext cx="23526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02</a:t>
            </a:r>
          </a:p>
        </p:txBody>
      </p:sp>
      <p:sp>
        <p:nvSpPr>
          <p:cNvPr id="11" name="Costo total">
            <a:extLst xmlns:a="http://schemas.openxmlformats.org/drawingml/2006/main">
              <a:ext uri="{FF2B5EF4-FFF2-40B4-BE49-F238E27FC236}">
                <a16:creationId xmlns:a16="http://schemas.microsoft.com/office/drawing/2014/main" id="{7B99D475-9A00-41AE-A44E-94F9A5858BCE}"/>
              </a:ext>
            </a:extLst>
          </p:cNvPr>
          <p:cNvSpPr>
            <a:spLocks xmlns:a="http://schemas.openxmlformats.org/drawingml/2006/main" noGrp="1"/>
          </p:cNvSpPr>
          <p:nvPr/>
        </p:nvSpPr>
        <p:spPr>
          <a:xfrm xmlns:a="http://schemas.openxmlformats.org/drawingml/2006/main">
            <a:off x="3429000" y="2886075"/>
            <a:ext cx="2352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Costo total</a:t>
            </a:r>
          </a:p>
        </p:txBody>
      </p:sp>
      <p:sp>
        <p:nvSpPr>
          <p:cNvPr id="12" name="Captura, procesamiento,&#10;licencias y validación.">
            <a:extLst xmlns:a="http://schemas.openxmlformats.org/drawingml/2006/main">
              <a:ext uri="{FF2B5EF4-FFF2-40B4-BE49-F238E27FC236}">
                <a16:creationId xmlns:a16="http://schemas.microsoft.com/office/drawing/2014/main" id="{D356D7C5-3A74-48EB-AC82-A71AEA03ADE9}"/>
              </a:ext>
            </a:extLst>
          </p:cNvPr>
          <p:cNvSpPr>
            <a:spLocks xmlns:a="http://schemas.openxmlformats.org/drawingml/2006/main" noGrp="1"/>
          </p:cNvSpPr>
          <p:nvPr/>
        </p:nvSpPr>
        <p:spPr>
          <a:xfrm xmlns:a="http://schemas.openxmlformats.org/drawingml/2006/main">
            <a:off x="3429000" y="3705225"/>
            <a:ext cx="23526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Captura, procesamiento,</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licencias y validación.</a:t>
            </a:r>
          </a:p>
        </p:txBody>
      </p:sp>
      <p:sp>
        <p:nvSpPr>
          <p:cNvPr id="13" name="">
            <a:extLst xmlns:a="http://schemas.openxmlformats.org/drawingml/2006/main">
              <a:ext uri="{FF2B5EF4-FFF2-40B4-BE49-F238E27FC236}">
                <a16:creationId xmlns:a16="http://schemas.microsoft.com/office/drawing/2014/main" id="{2EEEC2AA-1AEC-4614-9CA5-1FCFAB23AA38}"/>
              </a:ext>
            </a:extLst>
          </p:cNvPr>
          <p:cNvSpPr>
            <a:spLocks xmlns:a="http://schemas.openxmlformats.org/drawingml/2006/main" noGrp="1"/>
          </p:cNvSpPr>
          <p:nvPr/>
        </p:nvSpPr>
        <p:spPr>
          <a:xfrm xmlns:a="http://schemas.openxmlformats.org/drawingml/2006/main">
            <a:off x="5781675" y="2486025"/>
            <a:ext cx="314325" cy="9525"/>
          </a:xfrm>
          <a:custGeom xmlns:a="http://schemas.openxmlformats.org/drawingml/2006/main">
            <a:pathLst>
              <a:path w="314325" h="9525">
                <a:moveTo>
                  <a:pt x="0" y="0"/>
                </a:moveTo>
                <a:lnTo>
                  <a:pt x="314325" y="0"/>
                </a:lnTo>
              </a:path>
            </a:pathLst>
          </a:custGeom>
          <a:noFill xmlns:a="http://schemas.openxmlformats.org/drawingml/2006/main"/>
          <a:ln xmlns:a="http://schemas.openxmlformats.org/drawingml/2006/main" w="23813">
            <a:solidFill>
              <a:srgbClr val="008F8A"/>
            </a:solidFill>
            <a:prstDash val="solid"/>
          </a:ln>
        </p:spPr>
      </p:sp>
      <p:sp>
        <p:nvSpPr>
          <p:cNvPr id="14" name="">
            <a:extLst xmlns:a="http://schemas.openxmlformats.org/drawingml/2006/main">
              <a:ext uri="{FF2B5EF4-FFF2-40B4-BE49-F238E27FC236}">
                <a16:creationId xmlns:a16="http://schemas.microsoft.com/office/drawing/2014/main" id="{033C1C4C-1D9C-48E1-B29B-E915D2FBB5BD}"/>
              </a:ext>
            </a:extLst>
          </p:cNvPr>
          <p:cNvSpPr>
            <a:spLocks xmlns:a="http://schemas.openxmlformats.org/drawingml/2006/main" noGrp="1"/>
          </p:cNvSpPr>
          <p:nvPr/>
        </p:nvSpPr>
        <p:spPr>
          <a:xfrm xmlns:a="http://schemas.openxmlformats.org/drawingml/2006/main">
            <a:off x="6010275" y="242887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15" name="03">
            <a:extLst xmlns:a="http://schemas.openxmlformats.org/drawingml/2006/main">
              <a:ext uri="{FF2B5EF4-FFF2-40B4-BE49-F238E27FC236}">
                <a16:creationId xmlns:a16="http://schemas.microsoft.com/office/drawing/2014/main" id="{E6C0C19B-A37A-4BB4-BF03-36DBF9209C4E}"/>
              </a:ext>
            </a:extLst>
          </p:cNvPr>
          <p:cNvSpPr>
            <a:spLocks xmlns:a="http://schemas.openxmlformats.org/drawingml/2006/main" noGrp="1"/>
          </p:cNvSpPr>
          <p:nvPr/>
        </p:nvSpPr>
        <p:spPr>
          <a:xfrm xmlns:a="http://schemas.openxmlformats.org/drawingml/2006/main">
            <a:off x="6324600" y="2143125"/>
            <a:ext cx="23526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03</a:t>
            </a:r>
          </a:p>
        </p:txBody>
      </p:sp>
      <p:sp>
        <p:nvSpPr>
          <p:cNvPr id="16" name="Utilidad">
            <a:extLst xmlns:a="http://schemas.openxmlformats.org/drawingml/2006/main">
              <a:ext uri="{FF2B5EF4-FFF2-40B4-BE49-F238E27FC236}">
                <a16:creationId xmlns:a16="http://schemas.microsoft.com/office/drawing/2014/main" id="{16CFAD25-9A38-4517-ABFA-EB248628F3CE}"/>
              </a:ext>
            </a:extLst>
          </p:cNvPr>
          <p:cNvSpPr>
            <a:spLocks xmlns:a="http://schemas.openxmlformats.org/drawingml/2006/main" noGrp="1"/>
          </p:cNvSpPr>
          <p:nvPr/>
        </p:nvSpPr>
        <p:spPr>
          <a:xfrm xmlns:a="http://schemas.openxmlformats.org/drawingml/2006/main">
            <a:off x="6324600" y="2886075"/>
            <a:ext cx="2352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Utilidad</a:t>
            </a:r>
          </a:p>
        </p:txBody>
      </p:sp>
      <p:sp>
        <p:nvSpPr>
          <p:cNvPr id="17" name="Cambio en la prioridad&#10;o decisión de manejo.">
            <a:extLst xmlns:a="http://schemas.openxmlformats.org/drawingml/2006/main">
              <a:ext uri="{FF2B5EF4-FFF2-40B4-BE49-F238E27FC236}">
                <a16:creationId xmlns:a16="http://schemas.microsoft.com/office/drawing/2014/main" id="{06D7AB52-23AA-4D83-9BB1-2D3A5BDAC6DB}"/>
              </a:ext>
            </a:extLst>
          </p:cNvPr>
          <p:cNvSpPr>
            <a:spLocks xmlns:a="http://schemas.openxmlformats.org/drawingml/2006/main" noGrp="1"/>
          </p:cNvSpPr>
          <p:nvPr/>
        </p:nvSpPr>
        <p:spPr>
          <a:xfrm xmlns:a="http://schemas.openxmlformats.org/drawingml/2006/main">
            <a:off x="6324600" y="3705225"/>
            <a:ext cx="23526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Cambio en la prioridad</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o decisión de manejo.</a:t>
            </a:r>
          </a:p>
        </p:txBody>
      </p:sp>
      <p:sp>
        <p:nvSpPr>
          <p:cNvPr id="18" name="">
            <a:extLst xmlns:a="http://schemas.openxmlformats.org/drawingml/2006/main">
              <a:ext uri="{FF2B5EF4-FFF2-40B4-BE49-F238E27FC236}">
                <a16:creationId xmlns:a16="http://schemas.microsoft.com/office/drawing/2014/main" id="{2AB5DF25-F327-4CA5-8970-7438CA1F9EEE}"/>
              </a:ext>
            </a:extLst>
          </p:cNvPr>
          <p:cNvSpPr>
            <a:spLocks xmlns:a="http://schemas.openxmlformats.org/drawingml/2006/main" noGrp="1"/>
          </p:cNvSpPr>
          <p:nvPr/>
        </p:nvSpPr>
        <p:spPr>
          <a:xfrm xmlns:a="http://schemas.openxmlformats.org/drawingml/2006/main">
            <a:off x="8677275" y="2486025"/>
            <a:ext cx="314325" cy="9525"/>
          </a:xfrm>
          <a:custGeom xmlns:a="http://schemas.openxmlformats.org/drawingml/2006/main">
            <a:pathLst>
              <a:path w="314325" h="9525">
                <a:moveTo>
                  <a:pt x="0" y="0"/>
                </a:moveTo>
                <a:lnTo>
                  <a:pt x="314325" y="0"/>
                </a:lnTo>
              </a:path>
            </a:pathLst>
          </a:custGeom>
          <a:noFill xmlns:a="http://schemas.openxmlformats.org/drawingml/2006/main"/>
          <a:ln xmlns:a="http://schemas.openxmlformats.org/drawingml/2006/main" w="23813">
            <a:solidFill>
              <a:srgbClr val="008F8A"/>
            </a:solidFill>
            <a:prstDash val="solid"/>
          </a:ln>
        </p:spPr>
      </p:sp>
      <p:sp>
        <p:nvSpPr>
          <p:cNvPr id="19" name="">
            <a:extLst xmlns:a="http://schemas.openxmlformats.org/drawingml/2006/main">
              <a:ext uri="{FF2B5EF4-FFF2-40B4-BE49-F238E27FC236}">
                <a16:creationId xmlns:a16="http://schemas.microsoft.com/office/drawing/2014/main" id="{01BDB8AA-3AE2-4891-878B-AAD05719FA32}"/>
              </a:ext>
            </a:extLst>
          </p:cNvPr>
          <p:cNvSpPr>
            <a:spLocks xmlns:a="http://schemas.openxmlformats.org/drawingml/2006/main" noGrp="1"/>
          </p:cNvSpPr>
          <p:nvPr/>
        </p:nvSpPr>
        <p:spPr>
          <a:xfrm xmlns:a="http://schemas.openxmlformats.org/drawingml/2006/main">
            <a:off x="8905875" y="2428875"/>
            <a:ext cx="85725" cy="114300"/>
          </a:xfrm>
          <a:custGeom xmlns:a="http://schemas.openxmlformats.org/drawingml/2006/main">
            <a:pathLst>
              <a:path w="85725" h="114300">
                <a:moveTo>
                  <a:pt x="0" y="0"/>
                </a:moveTo>
                <a:lnTo>
                  <a:pt x="85725" y="57150"/>
                </a:lnTo>
                <a:lnTo>
                  <a:pt x="0" y="114300"/>
                </a:lnTo>
              </a:path>
            </a:pathLst>
          </a:custGeom>
          <a:noFill xmlns:a="http://schemas.openxmlformats.org/drawingml/2006/main"/>
          <a:ln xmlns:a="http://schemas.openxmlformats.org/drawingml/2006/main" w="23813">
            <a:solidFill>
              <a:srgbClr val="008F8A"/>
            </a:solidFill>
            <a:prstDash val="solid"/>
          </a:ln>
        </p:spPr>
      </p:sp>
      <p:sp>
        <p:nvSpPr>
          <p:cNvPr id="20" name="04">
            <a:extLst xmlns:a="http://schemas.openxmlformats.org/drawingml/2006/main">
              <a:ext uri="{FF2B5EF4-FFF2-40B4-BE49-F238E27FC236}">
                <a16:creationId xmlns:a16="http://schemas.microsoft.com/office/drawing/2014/main" id="{11F83D57-0121-4E11-A137-8B278C897309}"/>
              </a:ext>
            </a:extLst>
          </p:cNvPr>
          <p:cNvSpPr>
            <a:spLocks xmlns:a="http://schemas.openxmlformats.org/drawingml/2006/main" noGrp="1"/>
          </p:cNvSpPr>
          <p:nvPr/>
        </p:nvSpPr>
        <p:spPr>
          <a:xfrm xmlns:a="http://schemas.openxmlformats.org/drawingml/2006/main">
            <a:off x="9220200" y="2143125"/>
            <a:ext cx="23526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8F8A"/>
                </a:solidFill>
                <a:latin typeface="Fira Sans"/>
                <a:ea typeface="Fira Sans"/>
                <a:cs typeface="Fira Sans"/>
              </a:defRPr>
            </a:defPPr>
            <a:lvl1pPr algn="l">
              <a:defRPr sz="3450" b="1">
                <a:solidFill>
                  <a:srgbClr val="008F8A"/>
                </a:solidFill>
                <a:latin typeface="Fira Sans"/>
                <a:ea typeface="Fira Sans"/>
                <a:cs typeface="Fira Sans"/>
              </a:defRPr>
            </a:lvl1pPr>
            <a:lvl2pPr algn="l">
              <a:defRPr sz="3450" b="1">
                <a:solidFill>
                  <a:srgbClr val="008F8A"/>
                </a:solidFill>
                <a:latin typeface="Fira Sans"/>
                <a:ea typeface="Fira Sans"/>
                <a:cs typeface="Fira Sans"/>
              </a:defRPr>
            </a:lvl2pPr>
            <a:lvl3pPr algn="l">
              <a:defRPr sz="3450" b="1">
                <a:solidFill>
                  <a:srgbClr val="008F8A"/>
                </a:solidFill>
                <a:latin typeface="Fira Sans"/>
                <a:ea typeface="Fira Sans"/>
                <a:cs typeface="Fira Sans"/>
              </a:defRPr>
            </a:lvl3pPr>
            <a:lvl4pPr algn="l">
              <a:defRPr sz="3450" b="1">
                <a:solidFill>
                  <a:srgbClr val="008F8A"/>
                </a:solidFill>
                <a:latin typeface="Fira Sans"/>
                <a:ea typeface="Fira Sans"/>
                <a:cs typeface="Fira Sans"/>
              </a:defRPr>
            </a:lvl4pPr>
            <a:lvl5pPr algn="l">
              <a:defRPr sz="3450" b="1">
                <a:solidFill>
                  <a:srgbClr val="008F8A"/>
                </a:solidFill>
                <a:latin typeface="Fira Sans"/>
                <a:ea typeface="Fira Sans"/>
                <a:cs typeface="Fira Sans"/>
              </a:defRPr>
            </a:lvl5pPr>
            <a:lvl6pPr algn="l">
              <a:defRPr sz="3450" b="1">
                <a:solidFill>
                  <a:srgbClr val="008F8A"/>
                </a:solidFill>
                <a:latin typeface="Fira Sans"/>
                <a:ea typeface="Fira Sans"/>
                <a:cs typeface="Fira Sans"/>
              </a:defRPr>
            </a:lvl6pPr>
            <a:lvl7pPr algn="l">
              <a:defRPr sz="3450" b="1">
                <a:solidFill>
                  <a:srgbClr val="008F8A"/>
                </a:solidFill>
                <a:latin typeface="Fira Sans"/>
                <a:ea typeface="Fira Sans"/>
                <a:cs typeface="Fira Sans"/>
              </a:defRPr>
            </a:lvl7pPr>
            <a:lvl8pPr algn="l">
              <a:defRPr sz="3450" b="1">
                <a:solidFill>
                  <a:srgbClr val="008F8A"/>
                </a:solidFill>
                <a:latin typeface="Fira Sans"/>
                <a:ea typeface="Fira Sans"/>
                <a:cs typeface="Fira Sans"/>
              </a:defRPr>
            </a:lvl8pPr>
            <a:lvl9pPr algn="l">
              <a:defRPr sz="3450" b="1">
                <a:solidFill>
                  <a:srgbClr val="008F8A"/>
                </a:solidFill>
                <a:latin typeface="Fira Sans"/>
                <a:ea typeface="Fira Sans"/>
                <a:cs typeface="Fira Sans"/>
              </a:defRPr>
            </a:lvl9pPr>
          </a:lstStyle>
          <a:p xmlns:a="http://schemas.openxmlformats.org/drawingml/2006/main">
            <a:pPr algn="l">
              <a:defRPr sz="3450" b="1">
                <a:solidFill>
                  <a:srgbClr val="008F8A"/>
                </a:solidFill>
                <a:latin typeface="Fira Sans"/>
                <a:ea typeface="Fira Sans"/>
                <a:cs typeface="Fira Sans"/>
              </a:defRPr>
            </a:pPr>
            <a:r>
              <a:rPr sz="3450" b="1">
                <a:solidFill>
                  <a:srgbClr val="008F8A"/>
                </a:solidFill>
                <a:latin typeface="Fira Sans"/>
                <a:ea typeface="Fira Sans"/>
                <a:cs typeface="Fira Sans"/>
              </a:rPr>
              <a:t>04</a:t>
            </a:r>
          </a:p>
        </p:txBody>
      </p:sp>
      <p:sp>
        <p:nvSpPr>
          <p:cNvPr id="21" name="Seguimiento">
            <a:extLst xmlns:a="http://schemas.openxmlformats.org/drawingml/2006/main">
              <a:ext uri="{FF2B5EF4-FFF2-40B4-BE49-F238E27FC236}">
                <a16:creationId xmlns:a16="http://schemas.microsoft.com/office/drawing/2014/main" id="{ED75EE11-858A-4B27-A79E-A94738BBE5CD}"/>
              </a:ext>
            </a:extLst>
          </p:cNvPr>
          <p:cNvSpPr>
            <a:spLocks xmlns:a="http://schemas.openxmlformats.org/drawingml/2006/main" noGrp="1"/>
          </p:cNvSpPr>
          <p:nvPr/>
        </p:nvSpPr>
        <p:spPr>
          <a:xfrm xmlns:a="http://schemas.openxmlformats.org/drawingml/2006/main">
            <a:off x="9220200" y="2886075"/>
            <a:ext cx="2352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53749"/>
                </a:solidFill>
                <a:latin typeface="Fira Sans"/>
                <a:ea typeface="Fira Sans"/>
                <a:cs typeface="Fira Sans"/>
              </a:defRPr>
            </a:defPPr>
            <a:lvl1pPr algn="l">
              <a:defRPr sz="2025" b="1">
                <a:solidFill>
                  <a:srgbClr val="153749"/>
                </a:solidFill>
                <a:latin typeface="Fira Sans"/>
                <a:ea typeface="Fira Sans"/>
                <a:cs typeface="Fira Sans"/>
              </a:defRPr>
            </a:lvl1pPr>
            <a:lvl2pPr algn="l">
              <a:defRPr sz="2025" b="1">
                <a:solidFill>
                  <a:srgbClr val="153749"/>
                </a:solidFill>
                <a:latin typeface="Fira Sans"/>
                <a:ea typeface="Fira Sans"/>
                <a:cs typeface="Fira Sans"/>
              </a:defRPr>
            </a:lvl2pPr>
            <a:lvl3pPr algn="l">
              <a:defRPr sz="2025" b="1">
                <a:solidFill>
                  <a:srgbClr val="153749"/>
                </a:solidFill>
                <a:latin typeface="Fira Sans"/>
                <a:ea typeface="Fira Sans"/>
                <a:cs typeface="Fira Sans"/>
              </a:defRPr>
            </a:lvl3pPr>
            <a:lvl4pPr algn="l">
              <a:defRPr sz="2025" b="1">
                <a:solidFill>
                  <a:srgbClr val="153749"/>
                </a:solidFill>
                <a:latin typeface="Fira Sans"/>
                <a:ea typeface="Fira Sans"/>
                <a:cs typeface="Fira Sans"/>
              </a:defRPr>
            </a:lvl4pPr>
            <a:lvl5pPr algn="l">
              <a:defRPr sz="2025" b="1">
                <a:solidFill>
                  <a:srgbClr val="153749"/>
                </a:solidFill>
                <a:latin typeface="Fira Sans"/>
                <a:ea typeface="Fira Sans"/>
                <a:cs typeface="Fira Sans"/>
              </a:defRPr>
            </a:lvl5pPr>
            <a:lvl6pPr algn="l">
              <a:defRPr sz="2025" b="1">
                <a:solidFill>
                  <a:srgbClr val="153749"/>
                </a:solidFill>
                <a:latin typeface="Fira Sans"/>
                <a:ea typeface="Fira Sans"/>
                <a:cs typeface="Fira Sans"/>
              </a:defRPr>
            </a:lvl6pPr>
            <a:lvl7pPr algn="l">
              <a:defRPr sz="2025" b="1">
                <a:solidFill>
                  <a:srgbClr val="153749"/>
                </a:solidFill>
                <a:latin typeface="Fira Sans"/>
                <a:ea typeface="Fira Sans"/>
                <a:cs typeface="Fira Sans"/>
              </a:defRPr>
            </a:lvl7pPr>
            <a:lvl8pPr algn="l">
              <a:defRPr sz="2025" b="1">
                <a:solidFill>
                  <a:srgbClr val="153749"/>
                </a:solidFill>
                <a:latin typeface="Fira Sans"/>
                <a:ea typeface="Fira Sans"/>
                <a:cs typeface="Fira Sans"/>
              </a:defRPr>
            </a:lvl8pPr>
            <a:lvl9pPr algn="l">
              <a:defRPr sz="2025" b="1">
                <a:solidFill>
                  <a:srgbClr val="153749"/>
                </a:solidFill>
                <a:latin typeface="Fira Sans"/>
                <a:ea typeface="Fira Sans"/>
                <a:cs typeface="Fira Sans"/>
              </a:defRPr>
            </a:lvl9pPr>
          </a:lstStyle>
          <a:p xmlns:a="http://schemas.openxmlformats.org/drawingml/2006/main">
            <a:pPr algn="l">
              <a:defRPr sz="2025" b="1">
                <a:solidFill>
                  <a:srgbClr val="153749"/>
                </a:solidFill>
                <a:latin typeface="Fira Sans"/>
                <a:ea typeface="Fira Sans"/>
                <a:cs typeface="Fira Sans"/>
              </a:defRPr>
            </a:pPr>
            <a:r>
              <a:rPr sz="2025" b="1">
                <a:solidFill>
                  <a:srgbClr val="153749"/>
                </a:solidFill>
                <a:latin typeface="Fira Sans"/>
                <a:ea typeface="Fira Sans"/>
                <a:cs typeface="Fira Sans"/>
              </a:rPr>
              <a:t>Seguimiento</a:t>
            </a:r>
          </a:p>
        </p:txBody>
      </p:sp>
      <p:sp>
        <p:nvSpPr>
          <p:cNvPr id="22" name="Registro del efecto&#10;y revisión del resultado.">
            <a:extLst xmlns:a="http://schemas.openxmlformats.org/drawingml/2006/main">
              <a:ext uri="{FF2B5EF4-FFF2-40B4-BE49-F238E27FC236}">
                <a16:creationId xmlns:a16="http://schemas.microsoft.com/office/drawing/2014/main" id="{E2496D24-C83F-4E20-BFCC-C17F22D48351}"/>
              </a:ext>
            </a:extLst>
          </p:cNvPr>
          <p:cNvSpPr>
            <a:spLocks xmlns:a="http://schemas.openxmlformats.org/drawingml/2006/main" noGrp="1"/>
          </p:cNvSpPr>
          <p:nvPr/>
        </p:nvSpPr>
        <p:spPr>
          <a:xfrm xmlns:a="http://schemas.openxmlformats.org/drawingml/2006/main">
            <a:off x="9220200" y="3705225"/>
            <a:ext cx="23526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37B"/>
                </a:solidFill>
                <a:latin typeface="Fira Sans"/>
                <a:ea typeface="Fira Sans"/>
                <a:cs typeface="Fira Sans"/>
              </a:defRPr>
            </a:defPPr>
            <a:lvl1pPr algn="l">
              <a:defRPr sz="1800" b="0">
                <a:solidFill>
                  <a:srgbClr val="5B737B"/>
                </a:solidFill>
                <a:latin typeface="Fira Sans"/>
                <a:ea typeface="Fira Sans"/>
                <a:cs typeface="Fira Sans"/>
              </a:defRPr>
            </a:lvl1pPr>
            <a:lvl2pPr algn="l">
              <a:defRPr sz="1800" b="0">
                <a:solidFill>
                  <a:srgbClr val="5B737B"/>
                </a:solidFill>
                <a:latin typeface="Fira Sans"/>
                <a:ea typeface="Fira Sans"/>
                <a:cs typeface="Fira Sans"/>
              </a:defRPr>
            </a:lvl2pPr>
            <a:lvl3pPr algn="l">
              <a:defRPr sz="1800" b="0">
                <a:solidFill>
                  <a:srgbClr val="5B737B"/>
                </a:solidFill>
                <a:latin typeface="Fira Sans"/>
                <a:ea typeface="Fira Sans"/>
                <a:cs typeface="Fira Sans"/>
              </a:defRPr>
            </a:lvl3pPr>
            <a:lvl4pPr algn="l">
              <a:defRPr sz="1800" b="0">
                <a:solidFill>
                  <a:srgbClr val="5B737B"/>
                </a:solidFill>
                <a:latin typeface="Fira Sans"/>
                <a:ea typeface="Fira Sans"/>
                <a:cs typeface="Fira Sans"/>
              </a:defRPr>
            </a:lvl4pPr>
            <a:lvl5pPr algn="l">
              <a:defRPr sz="1800" b="0">
                <a:solidFill>
                  <a:srgbClr val="5B737B"/>
                </a:solidFill>
                <a:latin typeface="Fira Sans"/>
                <a:ea typeface="Fira Sans"/>
                <a:cs typeface="Fira Sans"/>
              </a:defRPr>
            </a:lvl5pPr>
            <a:lvl6pPr algn="l">
              <a:defRPr sz="1800" b="0">
                <a:solidFill>
                  <a:srgbClr val="5B737B"/>
                </a:solidFill>
                <a:latin typeface="Fira Sans"/>
                <a:ea typeface="Fira Sans"/>
                <a:cs typeface="Fira Sans"/>
              </a:defRPr>
            </a:lvl6pPr>
            <a:lvl7pPr algn="l">
              <a:defRPr sz="1800" b="0">
                <a:solidFill>
                  <a:srgbClr val="5B737B"/>
                </a:solidFill>
                <a:latin typeface="Fira Sans"/>
                <a:ea typeface="Fira Sans"/>
                <a:cs typeface="Fira Sans"/>
              </a:defRPr>
            </a:lvl7pPr>
            <a:lvl8pPr algn="l">
              <a:defRPr sz="1800" b="0">
                <a:solidFill>
                  <a:srgbClr val="5B737B"/>
                </a:solidFill>
                <a:latin typeface="Fira Sans"/>
                <a:ea typeface="Fira Sans"/>
                <a:cs typeface="Fira Sans"/>
              </a:defRPr>
            </a:lvl8pPr>
            <a:lvl9pPr algn="l">
              <a:defRPr sz="1800" b="0">
                <a:solidFill>
                  <a:srgbClr val="5B737B"/>
                </a:solidFill>
                <a:latin typeface="Fira Sans"/>
                <a:ea typeface="Fira Sans"/>
                <a:cs typeface="Fira Sans"/>
              </a:defRPr>
            </a:lvl9pPr>
          </a:lstStyle>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Registro del efecto</a:t>
            </a:r>
          </a:p>
          <a:p xmlns:a="http://schemas.openxmlformats.org/drawingml/2006/main">
            <a:pPr algn="l">
              <a:defRPr sz="1800" b="0">
                <a:solidFill>
                  <a:srgbClr val="5B737B"/>
                </a:solidFill>
                <a:latin typeface="Fira Sans"/>
                <a:ea typeface="Fira Sans"/>
                <a:cs typeface="Fira Sans"/>
              </a:defRPr>
            </a:pPr>
            <a:r>
              <a:rPr sz="1800" b="0">
                <a:solidFill>
                  <a:srgbClr val="5B737B"/>
                </a:solidFill>
                <a:latin typeface="Fira Sans"/>
                <a:ea typeface="Fira Sans"/>
                <a:cs typeface="Fira Sans"/>
              </a:rPr>
              <a:t>y revisión del resultado.</a:t>
            </a:r>
          </a:p>
        </p:txBody>
      </p:sp>
      <p:sp>
        <p:nvSpPr>
          <p:cNvPr id="23" name="">
            <a:extLst xmlns:a="http://schemas.openxmlformats.org/drawingml/2006/main">
              <a:ext uri="{FF2B5EF4-FFF2-40B4-BE49-F238E27FC236}">
                <a16:creationId xmlns:a16="http://schemas.microsoft.com/office/drawing/2014/main" id="{1D23ED53-124E-4418-91B9-A8E8C7617AB5}"/>
              </a:ext>
            </a:extLst>
          </p:cNvPr>
          <p:cNvSpPr>
            <a:spLocks xmlns:a="http://schemas.openxmlformats.org/drawingml/2006/main" noGrp="1"/>
          </p:cNvSpPr>
          <p:nvPr/>
        </p:nvSpPr>
        <p:spPr>
          <a:xfrm xmlns:a="http://schemas.openxmlformats.org/drawingml/2006/main">
            <a:off x="533400" y="5381625"/>
            <a:ext cx="11125200" cy="9525"/>
          </a:xfrm>
          <a:custGeom xmlns:a="http://schemas.openxmlformats.org/drawingml/2006/main">
            <a:pathLst>
              <a:path w="11125200" h="9525">
                <a:moveTo>
                  <a:pt x="0" y="0"/>
                </a:moveTo>
                <a:lnTo>
                  <a:pt x="11125200" y="0"/>
                </a:lnTo>
              </a:path>
            </a:pathLst>
          </a:custGeom>
          <a:noFill xmlns:a="http://schemas.openxmlformats.org/drawingml/2006/main"/>
          <a:ln xmlns:a="http://schemas.openxmlformats.org/drawingml/2006/main" w="19050">
            <a:solidFill>
              <a:srgbClr val="008F8A"/>
            </a:solidFill>
            <a:prstDash val="solid"/>
          </a:ln>
        </p:spPr>
      </p:sp>
      <p:sp>
        <p:nvSpPr>
          <p:cNvPr id="24" name="El beneficio se comprueba con registros de la operación.">
            <a:extLst xmlns:a="http://schemas.openxmlformats.org/drawingml/2006/main">
              <a:ext uri="{FF2B5EF4-FFF2-40B4-BE49-F238E27FC236}">
                <a16:creationId xmlns:a16="http://schemas.microsoft.com/office/drawing/2014/main" id="{2ACA3578-1B21-42D7-9894-315CC4129CC0}"/>
              </a:ext>
            </a:extLst>
          </p:cNvPr>
          <p:cNvSpPr>
            <a:spLocks xmlns:a="http://schemas.openxmlformats.org/drawingml/2006/main" noGrp="1"/>
          </p:cNvSpPr>
          <p:nvPr/>
        </p:nvSpPr>
        <p:spPr>
          <a:xfrm xmlns:a="http://schemas.openxmlformats.org/drawingml/2006/main">
            <a:off x="533400" y="5657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53749"/>
                </a:solidFill>
                <a:latin typeface="Fira Sans"/>
                <a:ea typeface="Fira Sans"/>
                <a:cs typeface="Fira Sans"/>
              </a:defRPr>
            </a:defPPr>
            <a:lvl1pPr algn="l">
              <a:defRPr sz="2250" b="1">
                <a:solidFill>
                  <a:srgbClr val="153749"/>
                </a:solidFill>
                <a:latin typeface="Fira Sans"/>
                <a:ea typeface="Fira Sans"/>
                <a:cs typeface="Fira Sans"/>
              </a:defRPr>
            </a:lvl1pPr>
            <a:lvl2pPr algn="l">
              <a:defRPr sz="2250" b="1">
                <a:solidFill>
                  <a:srgbClr val="153749"/>
                </a:solidFill>
                <a:latin typeface="Fira Sans"/>
                <a:ea typeface="Fira Sans"/>
                <a:cs typeface="Fira Sans"/>
              </a:defRPr>
            </a:lvl2pPr>
            <a:lvl3pPr algn="l">
              <a:defRPr sz="2250" b="1">
                <a:solidFill>
                  <a:srgbClr val="153749"/>
                </a:solidFill>
                <a:latin typeface="Fira Sans"/>
                <a:ea typeface="Fira Sans"/>
                <a:cs typeface="Fira Sans"/>
              </a:defRPr>
            </a:lvl3pPr>
            <a:lvl4pPr algn="l">
              <a:defRPr sz="2250" b="1">
                <a:solidFill>
                  <a:srgbClr val="153749"/>
                </a:solidFill>
                <a:latin typeface="Fira Sans"/>
                <a:ea typeface="Fira Sans"/>
                <a:cs typeface="Fira Sans"/>
              </a:defRPr>
            </a:lvl4pPr>
            <a:lvl5pPr algn="l">
              <a:defRPr sz="2250" b="1">
                <a:solidFill>
                  <a:srgbClr val="153749"/>
                </a:solidFill>
                <a:latin typeface="Fira Sans"/>
                <a:ea typeface="Fira Sans"/>
                <a:cs typeface="Fira Sans"/>
              </a:defRPr>
            </a:lvl5pPr>
            <a:lvl6pPr algn="l">
              <a:defRPr sz="2250" b="1">
                <a:solidFill>
                  <a:srgbClr val="153749"/>
                </a:solidFill>
                <a:latin typeface="Fira Sans"/>
                <a:ea typeface="Fira Sans"/>
                <a:cs typeface="Fira Sans"/>
              </a:defRPr>
            </a:lvl6pPr>
            <a:lvl7pPr algn="l">
              <a:defRPr sz="2250" b="1">
                <a:solidFill>
                  <a:srgbClr val="153749"/>
                </a:solidFill>
                <a:latin typeface="Fira Sans"/>
                <a:ea typeface="Fira Sans"/>
                <a:cs typeface="Fira Sans"/>
              </a:defRPr>
            </a:lvl7pPr>
            <a:lvl8pPr algn="l">
              <a:defRPr sz="2250" b="1">
                <a:solidFill>
                  <a:srgbClr val="153749"/>
                </a:solidFill>
                <a:latin typeface="Fira Sans"/>
                <a:ea typeface="Fira Sans"/>
                <a:cs typeface="Fira Sans"/>
              </a:defRPr>
            </a:lvl8pPr>
            <a:lvl9pPr algn="l">
              <a:defRPr sz="2250" b="1">
                <a:solidFill>
                  <a:srgbClr val="153749"/>
                </a:solidFill>
                <a:latin typeface="Fira Sans"/>
                <a:ea typeface="Fira Sans"/>
                <a:cs typeface="Fira Sans"/>
              </a:defRPr>
            </a:lvl9pPr>
          </a:lstStyle>
          <a:p xmlns:a="http://schemas.openxmlformats.org/drawingml/2006/main">
            <a:pPr algn="l">
              <a:defRPr sz="2250" b="1">
                <a:solidFill>
                  <a:srgbClr val="153749"/>
                </a:solidFill>
                <a:latin typeface="Fira Sans"/>
                <a:ea typeface="Fira Sans"/>
                <a:cs typeface="Fira Sans"/>
              </a:defRPr>
            </a:pPr>
            <a:r>
              <a:rPr sz="2250" b="1">
                <a:solidFill>
                  <a:srgbClr val="153749"/>
                </a:solidFill>
                <a:latin typeface="Fira Sans"/>
                <a:ea typeface="Fira Sans"/>
                <a:cs typeface="Fira Sans"/>
              </a:rPr>
              <a:t>El beneficio se comprueba con registros de la operación.</a:t>
            </a:r>
          </a:p>
        </p:txBody>
      </p:sp>
    </p:spTree>
    <p:extLst>
      <p:ext uri="{BB962C8B-B14F-4D97-AF65-F5344CB8AC3E}">
        <p14:creationId xmlns:p14="http://schemas.microsoft.com/office/powerpoint/2010/main" val="17235763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Propuesta de curso formal">
            <a:extLst xmlns:a="http://schemas.openxmlformats.org/drawingml/2006/main">
              <a:ext uri="{FF2B5EF4-FFF2-40B4-BE49-F238E27FC236}">
                <a16:creationId xmlns:a16="http://schemas.microsoft.com/office/drawing/2014/main" id="{5A2E1A59-8E83-4043-9006-6D55EC1840FE}"/>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749"/>
                </a:solidFill>
                <a:latin typeface="Fira Sans"/>
                <a:ea typeface="Fira Sans"/>
                <a:cs typeface="Fira Sans"/>
              </a:defRPr>
            </a:defPPr>
            <a:lvl1pPr algn="l">
              <a:defRPr sz="3300" b="1">
                <a:solidFill>
                  <a:srgbClr val="153749"/>
                </a:solidFill>
                <a:latin typeface="Fira Sans"/>
                <a:ea typeface="Fira Sans"/>
                <a:cs typeface="Fira Sans"/>
              </a:defRPr>
            </a:lvl1pPr>
            <a:lvl2pPr algn="l">
              <a:defRPr sz="3300" b="1">
                <a:solidFill>
                  <a:srgbClr val="153749"/>
                </a:solidFill>
                <a:latin typeface="Fira Sans"/>
                <a:ea typeface="Fira Sans"/>
                <a:cs typeface="Fira Sans"/>
              </a:defRPr>
            </a:lvl2pPr>
            <a:lvl3pPr algn="l">
              <a:defRPr sz="3300" b="1">
                <a:solidFill>
                  <a:srgbClr val="153749"/>
                </a:solidFill>
                <a:latin typeface="Fira Sans"/>
                <a:ea typeface="Fira Sans"/>
                <a:cs typeface="Fira Sans"/>
              </a:defRPr>
            </a:lvl3pPr>
            <a:lvl4pPr algn="l">
              <a:defRPr sz="3300" b="1">
                <a:solidFill>
                  <a:srgbClr val="153749"/>
                </a:solidFill>
                <a:latin typeface="Fira Sans"/>
                <a:ea typeface="Fira Sans"/>
                <a:cs typeface="Fira Sans"/>
              </a:defRPr>
            </a:lvl4pPr>
            <a:lvl5pPr algn="l">
              <a:defRPr sz="3300" b="1">
                <a:solidFill>
                  <a:srgbClr val="153749"/>
                </a:solidFill>
                <a:latin typeface="Fira Sans"/>
                <a:ea typeface="Fira Sans"/>
                <a:cs typeface="Fira Sans"/>
              </a:defRPr>
            </a:lvl5pPr>
            <a:lvl6pPr algn="l">
              <a:defRPr sz="3300" b="1">
                <a:solidFill>
                  <a:srgbClr val="153749"/>
                </a:solidFill>
                <a:latin typeface="Fira Sans"/>
                <a:ea typeface="Fira Sans"/>
                <a:cs typeface="Fira Sans"/>
              </a:defRPr>
            </a:lvl6pPr>
            <a:lvl7pPr algn="l">
              <a:defRPr sz="3300" b="1">
                <a:solidFill>
                  <a:srgbClr val="153749"/>
                </a:solidFill>
                <a:latin typeface="Fira Sans"/>
                <a:ea typeface="Fira Sans"/>
                <a:cs typeface="Fira Sans"/>
              </a:defRPr>
            </a:lvl7pPr>
            <a:lvl8pPr algn="l">
              <a:defRPr sz="3300" b="1">
                <a:solidFill>
                  <a:srgbClr val="153749"/>
                </a:solidFill>
                <a:latin typeface="Fira Sans"/>
                <a:ea typeface="Fira Sans"/>
                <a:cs typeface="Fira Sans"/>
              </a:defRPr>
            </a:lvl8pPr>
            <a:lvl9pPr algn="l">
              <a:defRPr sz="3300" b="1">
                <a:solidFill>
                  <a:srgbClr val="153749"/>
                </a:solidFill>
                <a:latin typeface="Fira Sans"/>
                <a:ea typeface="Fira Sans"/>
                <a:cs typeface="Fira Sans"/>
              </a:defRPr>
            </a:lvl9pPr>
          </a:lstStyle>
          <a:p xmlns:a="http://schemas.openxmlformats.org/drawingml/2006/main">
            <a:pPr algn="l">
              <a:defRPr sz="3300" b="1">
                <a:solidFill>
                  <a:srgbClr val="153749"/>
                </a:solidFill>
                <a:latin typeface="Fira Sans"/>
                <a:ea typeface="Fira Sans"/>
                <a:cs typeface="Fira Sans"/>
              </a:defRPr>
            </a:pPr>
            <a:r>
              <a:rPr sz="3300" b="1">
                <a:solidFill>
                  <a:srgbClr val="153749"/>
                </a:solidFill>
                <a:latin typeface="Fira Sans"/>
                <a:ea typeface="Fira Sans"/>
                <a:cs typeface="Fira Sans"/>
              </a:rPr>
              <a:t>Propuesta de curso formal</a:t>
            </a:r>
          </a:p>
        </p:txBody>
      </p:sp>
      <p:pic>
        <p:nvPicPr>
          <p:cNvPr id="2" name="">
            <a:extLst xmlns:a="http://schemas.openxmlformats.org/drawingml/2006/main">
              <a:ext uri="{FF2B5EF4-FFF2-40B4-BE49-F238E27FC236}">
                <a16:creationId xmlns:a16="http://schemas.microsoft.com/office/drawing/2014/main" id="{1E713E1D-050B-4BCB-87C0-EE537B4A4A10}"/>
              </a:ext>
            </a:extLst>
          </p:cNvPr>
          <p:cNvPicPr>
            <a:picLocks xmlns:a="http://schemas.openxmlformats.org/drawingml/2006/main" noChangeAspect="1"/>
          </p:cNvPicPr>
          <p:nvPr/>
        </p:nvPicPr>
        <p:blipFill>
          <a:blip xmlns:r="http://schemas.openxmlformats.org/officeDocument/2006/relationships" xmlns:a="http://schemas.openxmlformats.org/drawingml/2006/main" r:embed="R02e7f9ca24db4272"/>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A1C9E3BA-4733-4F02-AD2E-FAEDF00652D6}"/>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UTN · Administración Agroindustrial</a:t>
            </a:r>
          </a:p>
        </p:txBody>
      </p:sp>
      <p:sp>
        <p:nvSpPr>
          <p:cNvPr id="4" name="20">
            <a:extLst xmlns:a="http://schemas.openxmlformats.org/drawingml/2006/main">
              <a:ext uri="{FF2B5EF4-FFF2-40B4-BE49-F238E27FC236}">
                <a16:creationId xmlns:a16="http://schemas.microsoft.com/office/drawing/2014/main" id="{E64ADB43-8596-42FC-8D38-E9A6D70111E1}"/>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20</a:t>
            </a:r>
          </a:p>
        </p:txBody>
      </p:sp>
      <p:sp>
        <p:nvSpPr>
          <p:cNvPr id="5" name="40">
            <a:extLst xmlns:a="http://schemas.openxmlformats.org/drawingml/2006/main">
              <a:ext uri="{FF2B5EF4-FFF2-40B4-BE49-F238E27FC236}">
                <a16:creationId xmlns:a16="http://schemas.microsoft.com/office/drawing/2014/main" id="{3443E49A-9EF4-455C-966E-F70AB5FBCC28}"/>
              </a:ext>
            </a:extLst>
          </p:cNvPr>
          <p:cNvSpPr>
            <a:spLocks xmlns:a="http://schemas.openxmlformats.org/drawingml/2006/main" noGrp="1"/>
          </p:cNvSpPr>
          <p:nvPr/>
        </p:nvSpPr>
        <p:spPr>
          <a:xfrm xmlns:a="http://schemas.openxmlformats.org/drawingml/2006/main">
            <a:off x="533400" y="1952625"/>
            <a:ext cx="2190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153749"/>
                </a:solidFill>
                <a:latin typeface="Fira Sans"/>
                <a:ea typeface="Fira Sans"/>
                <a:cs typeface="Fira Sans"/>
              </a:defRPr>
            </a:defPPr>
            <a:lvl1pPr algn="l">
              <a:defRPr sz="7650" b="1">
                <a:solidFill>
                  <a:srgbClr val="153749"/>
                </a:solidFill>
                <a:latin typeface="Fira Sans"/>
                <a:ea typeface="Fira Sans"/>
                <a:cs typeface="Fira Sans"/>
              </a:defRPr>
            </a:lvl1pPr>
            <a:lvl2pPr algn="l">
              <a:defRPr sz="7650" b="1">
                <a:solidFill>
                  <a:srgbClr val="153749"/>
                </a:solidFill>
                <a:latin typeface="Fira Sans"/>
                <a:ea typeface="Fira Sans"/>
                <a:cs typeface="Fira Sans"/>
              </a:defRPr>
            </a:lvl2pPr>
            <a:lvl3pPr algn="l">
              <a:defRPr sz="7650" b="1">
                <a:solidFill>
                  <a:srgbClr val="153749"/>
                </a:solidFill>
                <a:latin typeface="Fira Sans"/>
                <a:ea typeface="Fira Sans"/>
                <a:cs typeface="Fira Sans"/>
              </a:defRPr>
            </a:lvl3pPr>
            <a:lvl4pPr algn="l">
              <a:defRPr sz="7650" b="1">
                <a:solidFill>
                  <a:srgbClr val="153749"/>
                </a:solidFill>
                <a:latin typeface="Fira Sans"/>
                <a:ea typeface="Fira Sans"/>
                <a:cs typeface="Fira Sans"/>
              </a:defRPr>
            </a:lvl4pPr>
            <a:lvl5pPr algn="l">
              <a:defRPr sz="7650" b="1">
                <a:solidFill>
                  <a:srgbClr val="153749"/>
                </a:solidFill>
                <a:latin typeface="Fira Sans"/>
                <a:ea typeface="Fira Sans"/>
                <a:cs typeface="Fira Sans"/>
              </a:defRPr>
            </a:lvl5pPr>
            <a:lvl6pPr algn="l">
              <a:defRPr sz="7650" b="1">
                <a:solidFill>
                  <a:srgbClr val="153749"/>
                </a:solidFill>
                <a:latin typeface="Fira Sans"/>
                <a:ea typeface="Fira Sans"/>
                <a:cs typeface="Fira Sans"/>
              </a:defRPr>
            </a:lvl6pPr>
            <a:lvl7pPr algn="l">
              <a:defRPr sz="7650" b="1">
                <a:solidFill>
                  <a:srgbClr val="153749"/>
                </a:solidFill>
                <a:latin typeface="Fira Sans"/>
                <a:ea typeface="Fira Sans"/>
                <a:cs typeface="Fira Sans"/>
              </a:defRPr>
            </a:lvl7pPr>
            <a:lvl8pPr algn="l">
              <a:defRPr sz="7650" b="1">
                <a:solidFill>
                  <a:srgbClr val="153749"/>
                </a:solidFill>
                <a:latin typeface="Fira Sans"/>
                <a:ea typeface="Fira Sans"/>
                <a:cs typeface="Fira Sans"/>
              </a:defRPr>
            </a:lvl8pPr>
            <a:lvl9pPr algn="l">
              <a:defRPr sz="7650" b="1">
                <a:solidFill>
                  <a:srgbClr val="153749"/>
                </a:solidFill>
                <a:latin typeface="Fira Sans"/>
                <a:ea typeface="Fira Sans"/>
                <a:cs typeface="Fira Sans"/>
              </a:defRPr>
            </a:lvl9pPr>
          </a:lstStyle>
          <a:p xmlns:a="http://schemas.openxmlformats.org/drawingml/2006/main">
            <a:pPr algn="l">
              <a:defRPr sz="7650" b="1">
                <a:solidFill>
                  <a:srgbClr val="153749"/>
                </a:solidFill>
                <a:latin typeface="Fira Sans"/>
                <a:ea typeface="Fira Sans"/>
                <a:cs typeface="Fira Sans"/>
              </a:defRPr>
            </a:pPr>
            <a:r>
              <a:rPr sz="7650" b="1">
                <a:solidFill>
                  <a:srgbClr val="153749"/>
                </a:solidFill>
                <a:latin typeface="Fira Sans"/>
                <a:ea typeface="Fira Sans"/>
                <a:cs typeface="Fira Sans"/>
              </a:rPr>
              <a:t>40</a:t>
            </a:r>
          </a:p>
        </p:txBody>
      </p:sp>
      <p:sp>
        <p:nvSpPr>
          <p:cNvPr id="6" name="HORAS PROPUESTAS">
            <a:extLst xmlns:a="http://schemas.openxmlformats.org/drawingml/2006/main">
              <a:ext uri="{FF2B5EF4-FFF2-40B4-BE49-F238E27FC236}">
                <a16:creationId xmlns:a16="http://schemas.microsoft.com/office/drawing/2014/main" id="{AAB99ACD-65EE-49EE-B433-C43E270B2FCD}"/>
              </a:ext>
            </a:extLst>
          </p:cNvPr>
          <p:cNvSpPr>
            <a:spLocks xmlns:a="http://schemas.openxmlformats.org/drawingml/2006/main" noGrp="1"/>
          </p:cNvSpPr>
          <p:nvPr/>
        </p:nvSpPr>
        <p:spPr>
          <a:xfrm xmlns:a="http://schemas.openxmlformats.org/drawingml/2006/main">
            <a:off x="533400" y="33337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F8A"/>
                </a:solidFill>
                <a:latin typeface="Fira Sans"/>
                <a:ea typeface="Fira Sans"/>
                <a:cs typeface="Fira Sans"/>
              </a:defRPr>
            </a:defPPr>
            <a:lvl1pPr algn="l">
              <a:defRPr sz="1500" b="1">
                <a:solidFill>
                  <a:srgbClr val="008F8A"/>
                </a:solidFill>
                <a:latin typeface="Fira Sans"/>
                <a:ea typeface="Fira Sans"/>
                <a:cs typeface="Fira Sans"/>
              </a:defRPr>
            </a:lvl1pPr>
            <a:lvl2pPr algn="l">
              <a:defRPr sz="1500" b="1">
                <a:solidFill>
                  <a:srgbClr val="008F8A"/>
                </a:solidFill>
                <a:latin typeface="Fira Sans"/>
                <a:ea typeface="Fira Sans"/>
                <a:cs typeface="Fira Sans"/>
              </a:defRPr>
            </a:lvl2pPr>
            <a:lvl3pPr algn="l">
              <a:defRPr sz="1500" b="1">
                <a:solidFill>
                  <a:srgbClr val="008F8A"/>
                </a:solidFill>
                <a:latin typeface="Fira Sans"/>
                <a:ea typeface="Fira Sans"/>
                <a:cs typeface="Fira Sans"/>
              </a:defRPr>
            </a:lvl3pPr>
            <a:lvl4pPr algn="l">
              <a:defRPr sz="1500" b="1">
                <a:solidFill>
                  <a:srgbClr val="008F8A"/>
                </a:solidFill>
                <a:latin typeface="Fira Sans"/>
                <a:ea typeface="Fira Sans"/>
                <a:cs typeface="Fira Sans"/>
              </a:defRPr>
            </a:lvl4pPr>
            <a:lvl5pPr algn="l">
              <a:defRPr sz="1500" b="1">
                <a:solidFill>
                  <a:srgbClr val="008F8A"/>
                </a:solidFill>
                <a:latin typeface="Fira Sans"/>
                <a:ea typeface="Fira Sans"/>
                <a:cs typeface="Fira Sans"/>
              </a:defRPr>
            </a:lvl5pPr>
            <a:lvl6pPr algn="l">
              <a:defRPr sz="1500" b="1">
                <a:solidFill>
                  <a:srgbClr val="008F8A"/>
                </a:solidFill>
                <a:latin typeface="Fira Sans"/>
                <a:ea typeface="Fira Sans"/>
                <a:cs typeface="Fira Sans"/>
              </a:defRPr>
            </a:lvl6pPr>
            <a:lvl7pPr algn="l">
              <a:defRPr sz="1500" b="1">
                <a:solidFill>
                  <a:srgbClr val="008F8A"/>
                </a:solidFill>
                <a:latin typeface="Fira Sans"/>
                <a:ea typeface="Fira Sans"/>
                <a:cs typeface="Fira Sans"/>
              </a:defRPr>
            </a:lvl7pPr>
            <a:lvl8pPr algn="l">
              <a:defRPr sz="1500" b="1">
                <a:solidFill>
                  <a:srgbClr val="008F8A"/>
                </a:solidFill>
                <a:latin typeface="Fira Sans"/>
                <a:ea typeface="Fira Sans"/>
                <a:cs typeface="Fira Sans"/>
              </a:defRPr>
            </a:lvl8pPr>
            <a:lvl9pPr algn="l">
              <a:defRPr sz="1500" b="1">
                <a:solidFill>
                  <a:srgbClr val="008F8A"/>
                </a:solidFill>
                <a:latin typeface="Fira Sans"/>
                <a:ea typeface="Fira Sans"/>
                <a:cs typeface="Fira Sans"/>
              </a:defRPr>
            </a:lvl9pPr>
          </a:lstStyle>
          <a:p xmlns:a="http://schemas.openxmlformats.org/drawingml/2006/main">
            <a:pPr algn="l">
              <a:defRPr sz="1500" b="1">
                <a:solidFill>
                  <a:srgbClr val="008F8A"/>
                </a:solidFill>
                <a:latin typeface="Fira Sans"/>
                <a:ea typeface="Fira Sans"/>
                <a:cs typeface="Fira Sans"/>
              </a:defRPr>
            </a:pPr>
            <a:r>
              <a:rPr sz="1500" b="1">
                <a:solidFill>
                  <a:srgbClr val="008F8A"/>
                </a:solidFill>
                <a:latin typeface="Fira Sans"/>
                <a:ea typeface="Fira Sans"/>
                <a:cs typeface="Fira Sans"/>
              </a:rPr>
              <a:t>HORAS PROPUESTAS</a:t>
            </a:r>
          </a:p>
        </p:txBody>
      </p:sp>
      <p:sp>
        <p:nvSpPr>
          <p:cNvPr id="7" name="Drones y tecnologías&#10;geoespaciales aplicadas&#10;a la agroindust">
            <a:extLst xmlns:a="http://schemas.openxmlformats.org/drawingml/2006/main">
              <a:ext uri="{FF2B5EF4-FFF2-40B4-BE49-F238E27FC236}">
                <a16:creationId xmlns:a16="http://schemas.microsoft.com/office/drawing/2014/main" id="{03E8C4A5-3795-4158-A2D2-1E578FB3008B}"/>
              </a:ext>
            </a:extLst>
          </p:cNvPr>
          <p:cNvSpPr>
            <a:spLocks xmlns:a="http://schemas.openxmlformats.org/drawingml/2006/main" noGrp="1"/>
          </p:cNvSpPr>
          <p:nvPr/>
        </p:nvSpPr>
        <p:spPr>
          <a:xfrm xmlns:a="http://schemas.openxmlformats.org/drawingml/2006/main">
            <a:off x="533400" y="4057650"/>
            <a:ext cx="3143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53749"/>
                </a:solidFill>
                <a:latin typeface="Fira Sans"/>
                <a:ea typeface="Fira Sans"/>
                <a:cs typeface="Fira Sans"/>
              </a:defRPr>
            </a:defPPr>
            <a:lvl1pPr algn="l">
              <a:defRPr sz="2100" b="1">
                <a:solidFill>
                  <a:srgbClr val="153749"/>
                </a:solidFill>
                <a:latin typeface="Fira Sans"/>
                <a:ea typeface="Fira Sans"/>
                <a:cs typeface="Fira Sans"/>
              </a:defRPr>
            </a:lvl1pPr>
            <a:lvl2pPr algn="l">
              <a:defRPr sz="2100" b="1">
                <a:solidFill>
                  <a:srgbClr val="153749"/>
                </a:solidFill>
                <a:latin typeface="Fira Sans"/>
                <a:ea typeface="Fira Sans"/>
                <a:cs typeface="Fira Sans"/>
              </a:defRPr>
            </a:lvl2pPr>
            <a:lvl3pPr algn="l">
              <a:defRPr sz="2100" b="1">
                <a:solidFill>
                  <a:srgbClr val="153749"/>
                </a:solidFill>
                <a:latin typeface="Fira Sans"/>
                <a:ea typeface="Fira Sans"/>
                <a:cs typeface="Fira Sans"/>
              </a:defRPr>
            </a:lvl3pPr>
            <a:lvl4pPr algn="l">
              <a:defRPr sz="2100" b="1">
                <a:solidFill>
                  <a:srgbClr val="153749"/>
                </a:solidFill>
                <a:latin typeface="Fira Sans"/>
                <a:ea typeface="Fira Sans"/>
                <a:cs typeface="Fira Sans"/>
              </a:defRPr>
            </a:lvl4pPr>
            <a:lvl5pPr algn="l">
              <a:defRPr sz="2100" b="1">
                <a:solidFill>
                  <a:srgbClr val="153749"/>
                </a:solidFill>
                <a:latin typeface="Fira Sans"/>
                <a:ea typeface="Fira Sans"/>
                <a:cs typeface="Fira Sans"/>
              </a:defRPr>
            </a:lvl5pPr>
            <a:lvl6pPr algn="l">
              <a:defRPr sz="2100" b="1">
                <a:solidFill>
                  <a:srgbClr val="153749"/>
                </a:solidFill>
                <a:latin typeface="Fira Sans"/>
                <a:ea typeface="Fira Sans"/>
                <a:cs typeface="Fira Sans"/>
              </a:defRPr>
            </a:lvl6pPr>
            <a:lvl7pPr algn="l">
              <a:defRPr sz="2100" b="1">
                <a:solidFill>
                  <a:srgbClr val="153749"/>
                </a:solidFill>
                <a:latin typeface="Fira Sans"/>
                <a:ea typeface="Fira Sans"/>
                <a:cs typeface="Fira Sans"/>
              </a:defRPr>
            </a:lvl7pPr>
            <a:lvl8pPr algn="l">
              <a:defRPr sz="2100" b="1">
                <a:solidFill>
                  <a:srgbClr val="153749"/>
                </a:solidFill>
                <a:latin typeface="Fira Sans"/>
                <a:ea typeface="Fira Sans"/>
                <a:cs typeface="Fira Sans"/>
              </a:defRPr>
            </a:lvl8pPr>
            <a:lvl9pPr algn="l">
              <a:defRPr sz="2100" b="1">
                <a:solidFill>
                  <a:srgbClr val="153749"/>
                </a:solidFill>
                <a:latin typeface="Fira Sans"/>
                <a:ea typeface="Fira Sans"/>
                <a:cs typeface="Fira Sans"/>
              </a:defRPr>
            </a:lvl9pPr>
          </a:lstStyle>
          <a:p xmlns:a="http://schemas.openxmlformats.org/drawingml/2006/main">
            <a:pPr algn="l">
              <a:defRPr sz="2100" b="1">
                <a:solidFill>
                  <a:srgbClr val="153749"/>
                </a:solidFill>
                <a:latin typeface="Fira Sans"/>
                <a:ea typeface="Fira Sans"/>
                <a:cs typeface="Fira Sans"/>
              </a:defRPr>
            </a:pPr>
            <a:r>
              <a:rPr sz="2100" b="1">
                <a:solidFill>
                  <a:srgbClr val="153749"/>
                </a:solidFill>
                <a:latin typeface="Fira Sans"/>
                <a:ea typeface="Fira Sans"/>
                <a:cs typeface="Fira Sans"/>
              </a:rPr>
              <a:t>Drones y tecnologías</a:t>
            </a:r>
          </a:p>
          <a:p xmlns:a="http://schemas.openxmlformats.org/drawingml/2006/main">
            <a:pPr algn="l">
              <a:defRPr sz="2100" b="1">
                <a:solidFill>
                  <a:srgbClr val="153749"/>
                </a:solidFill>
                <a:latin typeface="Fira Sans"/>
                <a:ea typeface="Fira Sans"/>
                <a:cs typeface="Fira Sans"/>
              </a:defRPr>
            </a:pPr>
            <a:r>
              <a:rPr sz="2100" b="1">
                <a:solidFill>
                  <a:srgbClr val="153749"/>
                </a:solidFill>
                <a:latin typeface="Fira Sans"/>
                <a:ea typeface="Fira Sans"/>
                <a:cs typeface="Fira Sans"/>
              </a:rPr>
              <a:t>geoespaciales aplicadas</a:t>
            </a:r>
          </a:p>
          <a:p xmlns:a="http://schemas.openxmlformats.org/drawingml/2006/main">
            <a:pPr algn="l">
              <a:defRPr sz="2100" b="1">
                <a:solidFill>
                  <a:srgbClr val="153749"/>
                </a:solidFill>
                <a:latin typeface="Fira Sans"/>
                <a:ea typeface="Fira Sans"/>
                <a:cs typeface="Fira Sans"/>
              </a:defRPr>
            </a:pPr>
            <a:r>
              <a:rPr sz="2100" b="1">
                <a:solidFill>
                  <a:srgbClr val="153749"/>
                </a:solidFill>
                <a:latin typeface="Fira Sans"/>
                <a:ea typeface="Fira Sans"/>
                <a:cs typeface="Fira Sans"/>
              </a:rPr>
              <a:t>a la agroindustria</a:t>
            </a:r>
          </a:p>
        </p:txBody>
      </p:sp>
      <p:sp>
        <p:nvSpPr>
          <p:cNvPr id="8" name="Fundamentos y sensores">
            <a:extLst xmlns:a="http://schemas.openxmlformats.org/drawingml/2006/main">
              <a:ext uri="{FF2B5EF4-FFF2-40B4-BE49-F238E27FC236}">
                <a16:creationId xmlns:a16="http://schemas.microsoft.com/office/drawing/2014/main" id="{81EAEC86-A591-4FA2-A2F7-D18512DDDE2A}"/>
              </a:ext>
            </a:extLst>
          </p:cNvPr>
          <p:cNvSpPr>
            <a:spLocks xmlns:a="http://schemas.openxmlformats.org/drawingml/2006/main" noGrp="1"/>
          </p:cNvSpPr>
          <p:nvPr/>
        </p:nvSpPr>
        <p:spPr>
          <a:xfrm xmlns:a="http://schemas.openxmlformats.org/drawingml/2006/main">
            <a:off x="4476750" y="18288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53749"/>
                </a:solidFill>
                <a:latin typeface="Fira Sans"/>
                <a:ea typeface="Fira Sans"/>
                <a:cs typeface="Fira Sans"/>
              </a:defRPr>
            </a:defPPr>
            <a:lvl1pPr algn="l">
              <a:defRPr sz="1725" b="1">
                <a:solidFill>
                  <a:srgbClr val="153749"/>
                </a:solidFill>
                <a:latin typeface="Fira Sans"/>
                <a:ea typeface="Fira Sans"/>
                <a:cs typeface="Fira Sans"/>
              </a:defRPr>
            </a:lvl1pPr>
            <a:lvl2pPr algn="l">
              <a:defRPr sz="1725" b="1">
                <a:solidFill>
                  <a:srgbClr val="153749"/>
                </a:solidFill>
                <a:latin typeface="Fira Sans"/>
                <a:ea typeface="Fira Sans"/>
                <a:cs typeface="Fira Sans"/>
              </a:defRPr>
            </a:lvl2pPr>
            <a:lvl3pPr algn="l">
              <a:defRPr sz="1725" b="1">
                <a:solidFill>
                  <a:srgbClr val="153749"/>
                </a:solidFill>
                <a:latin typeface="Fira Sans"/>
                <a:ea typeface="Fira Sans"/>
                <a:cs typeface="Fira Sans"/>
              </a:defRPr>
            </a:lvl3pPr>
            <a:lvl4pPr algn="l">
              <a:defRPr sz="1725" b="1">
                <a:solidFill>
                  <a:srgbClr val="153749"/>
                </a:solidFill>
                <a:latin typeface="Fira Sans"/>
                <a:ea typeface="Fira Sans"/>
                <a:cs typeface="Fira Sans"/>
              </a:defRPr>
            </a:lvl4pPr>
            <a:lvl5pPr algn="l">
              <a:defRPr sz="1725" b="1">
                <a:solidFill>
                  <a:srgbClr val="153749"/>
                </a:solidFill>
                <a:latin typeface="Fira Sans"/>
                <a:ea typeface="Fira Sans"/>
                <a:cs typeface="Fira Sans"/>
              </a:defRPr>
            </a:lvl5pPr>
            <a:lvl6pPr algn="l">
              <a:defRPr sz="1725" b="1">
                <a:solidFill>
                  <a:srgbClr val="153749"/>
                </a:solidFill>
                <a:latin typeface="Fira Sans"/>
                <a:ea typeface="Fira Sans"/>
                <a:cs typeface="Fira Sans"/>
              </a:defRPr>
            </a:lvl6pPr>
            <a:lvl7pPr algn="l">
              <a:defRPr sz="1725" b="1">
                <a:solidFill>
                  <a:srgbClr val="153749"/>
                </a:solidFill>
                <a:latin typeface="Fira Sans"/>
                <a:ea typeface="Fira Sans"/>
                <a:cs typeface="Fira Sans"/>
              </a:defRPr>
            </a:lvl7pPr>
            <a:lvl8pPr algn="l">
              <a:defRPr sz="1725" b="1">
                <a:solidFill>
                  <a:srgbClr val="153749"/>
                </a:solidFill>
                <a:latin typeface="Fira Sans"/>
                <a:ea typeface="Fira Sans"/>
                <a:cs typeface="Fira Sans"/>
              </a:defRPr>
            </a:lvl8pPr>
            <a:lvl9pPr algn="l">
              <a:defRPr sz="1725" b="1">
                <a:solidFill>
                  <a:srgbClr val="153749"/>
                </a:solidFill>
                <a:latin typeface="Fira Sans"/>
                <a:ea typeface="Fira Sans"/>
                <a:cs typeface="Fira Sans"/>
              </a:defRPr>
            </a:lvl9pPr>
          </a:lstStyle>
          <a:p xmlns:a="http://schemas.openxmlformats.org/drawingml/2006/main">
            <a:pPr algn="l">
              <a:defRPr sz="1725" b="1">
                <a:solidFill>
                  <a:srgbClr val="153749"/>
                </a:solidFill>
                <a:latin typeface="Fira Sans"/>
                <a:ea typeface="Fira Sans"/>
                <a:cs typeface="Fira Sans"/>
              </a:defRPr>
            </a:pPr>
            <a:r>
              <a:rPr sz="1725" b="1">
                <a:solidFill>
                  <a:srgbClr val="153749"/>
                </a:solidFill>
                <a:latin typeface="Fira Sans"/>
                <a:ea typeface="Fira Sans"/>
                <a:cs typeface="Fira Sans"/>
              </a:rPr>
              <a:t>Fundamentos y sensores</a:t>
            </a:r>
          </a:p>
        </p:txBody>
      </p:sp>
      <p:sp>
        <p:nvSpPr>
          <p:cNvPr id="9" name="">
            <a:extLst xmlns:a="http://schemas.openxmlformats.org/drawingml/2006/main">
              <a:ext uri="{FF2B5EF4-FFF2-40B4-BE49-F238E27FC236}">
                <a16:creationId xmlns:a16="http://schemas.microsoft.com/office/drawing/2014/main" id="{515D905F-683A-4C82-9995-CEAE57362955}"/>
              </a:ext>
            </a:extLst>
          </p:cNvPr>
          <p:cNvSpPr>
            <a:spLocks xmlns:a="http://schemas.openxmlformats.org/drawingml/2006/main" noGrp="1"/>
          </p:cNvSpPr>
          <p:nvPr/>
        </p:nvSpPr>
        <p:spPr>
          <a:xfrm xmlns:a="http://schemas.openxmlformats.org/drawingml/2006/main">
            <a:off x="4476750" y="2228850"/>
            <a:ext cx="2743200" cy="142875"/>
          </a:xfrm>
          <a:prstGeom xmlns:a="http://schemas.openxmlformats.org/drawingml/2006/main" prst="rect">
            <a:avLst/>
          </a:prstGeom>
          <a:solidFill xmlns:a="http://schemas.openxmlformats.org/drawingml/2006/main">
            <a:srgbClr val="008F8A"/>
          </a:solidFill>
          <a:ln xmlns:a="http://schemas.openxmlformats.org/drawingml/2006/main" w="0">
            <a:noFill/>
            <a:prstDash val="solid"/>
          </a:ln>
        </p:spPr>
      </p:sp>
      <p:sp>
        <p:nvSpPr>
          <p:cNvPr id="10" name="6 h">
            <a:extLst xmlns:a="http://schemas.openxmlformats.org/drawingml/2006/main">
              <a:ext uri="{FF2B5EF4-FFF2-40B4-BE49-F238E27FC236}">
                <a16:creationId xmlns:a16="http://schemas.microsoft.com/office/drawing/2014/main" id="{6E0C625A-8B57-4475-9721-CE2A4EF5651A}"/>
              </a:ext>
            </a:extLst>
          </p:cNvPr>
          <p:cNvSpPr>
            <a:spLocks xmlns:a="http://schemas.openxmlformats.org/drawingml/2006/main" noGrp="1"/>
          </p:cNvSpPr>
          <p:nvPr/>
        </p:nvSpPr>
        <p:spPr>
          <a:xfrm xmlns:a="http://schemas.openxmlformats.org/drawingml/2006/main">
            <a:off x="10429875" y="1990725"/>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008F8A"/>
                </a:solidFill>
                <a:latin typeface="Fira Sans"/>
                <a:ea typeface="Fira Sans"/>
                <a:cs typeface="Fira Sans"/>
              </a:defRPr>
            </a:defPPr>
            <a:lvl1pPr algn="r">
              <a:defRPr sz="2025" b="1">
                <a:solidFill>
                  <a:srgbClr val="008F8A"/>
                </a:solidFill>
                <a:latin typeface="Fira Sans"/>
                <a:ea typeface="Fira Sans"/>
                <a:cs typeface="Fira Sans"/>
              </a:defRPr>
            </a:lvl1pPr>
            <a:lvl2pPr algn="r">
              <a:defRPr sz="2025" b="1">
                <a:solidFill>
                  <a:srgbClr val="008F8A"/>
                </a:solidFill>
                <a:latin typeface="Fira Sans"/>
                <a:ea typeface="Fira Sans"/>
                <a:cs typeface="Fira Sans"/>
              </a:defRPr>
            </a:lvl2pPr>
            <a:lvl3pPr algn="r">
              <a:defRPr sz="2025" b="1">
                <a:solidFill>
                  <a:srgbClr val="008F8A"/>
                </a:solidFill>
                <a:latin typeface="Fira Sans"/>
                <a:ea typeface="Fira Sans"/>
                <a:cs typeface="Fira Sans"/>
              </a:defRPr>
            </a:lvl3pPr>
            <a:lvl4pPr algn="r">
              <a:defRPr sz="2025" b="1">
                <a:solidFill>
                  <a:srgbClr val="008F8A"/>
                </a:solidFill>
                <a:latin typeface="Fira Sans"/>
                <a:ea typeface="Fira Sans"/>
                <a:cs typeface="Fira Sans"/>
              </a:defRPr>
            </a:lvl4pPr>
            <a:lvl5pPr algn="r">
              <a:defRPr sz="2025" b="1">
                <a:solidFill>
                  <a:srgbClr val="008F8A"/>
                </a:solidFill>
                <a:latin typeface="Fira Sans"/>
                <a:ea typeface="Fira Sans"/>
                <a:cs typeface="Fira Sans"/>
              </a:defRPr>
            </a:lvl5pPr>
            <a:lvl6pPr algn="r">
              <a:defRPr sz="2025" b="1">
                <a:solidFill>
                  <a:srgbClr val="008F8A"/>
                </a:solidFill>
                <a:latin typeface="Fira Sans"/>
                <a:ea typeface="Fira Sans"/>
                <a:cs typeface="Fira Sans"/>
              </a:defRPr>
            </a:lvl6pPr>
            <a:lvl7pPr algn="r">
              <a:defRPr sz="2025" b="1">
                <a:solidFill>
                  <a:srgbClr val="008F8A"/>
                </a:solidFill>
                <a:latin typeface="Fira Sans"/>
                <a:ea typeface="Fira Sans"/>
                <a:cs typeface="Fira Sans"/>
              </a:defRPr>
            </a:lvl7pPr>
            <a:lvl8pPr algn="r">
              <a:defRPr sz="2025" b="1">
                <a:solidFill>
                  <a:srgbClr val="008F8A"/>
                </a:solidFill>
                <a:latin typeface="Fira Sans"/>
                <a:ea typeface="Fira Sans"/>
                <a:cs typeface="Fira Sans"/>
              </a:defRPr>
            </a:lvl8pPr>
            <a:lvl9pPr algn="r">
              <a:defRPr sz="2025" b="1">
                <a:solidFill>
                  <a:srgbClr val="008F8A"/>
                </a:solidFill>
                <a:latin typeface="Fira Sans"/>
                <a:ea typeface="Fira Sans"/>
                <a:cs typeface="Fira Sans"/>
              </a:defRPr>
            </a:lvl9pPr>
          </a:lstStyle>
          <a:p xmlns:a="http://schemas.openxmlformats.org/drawingml/2006/main">
            <a:pPr algn="r">
              <a:defRPr sz="2025" b="1">
                <a:solidFill>
                  <a:srgbClr val="008F8A"/>
                </a:solidFill>
                <a:latin typeface="Fira Sans"/>
                <a:ea typeface="Fira Sans"/>
                <a:cs typeface="Fira Sans"/>
              </a:defRPr>
            </a:pPr>
            <a:r>
              <a:rPr sz="2025" b="1">
                <a:solidFill>
                  <a:srgbClr val="008F8A"/>
                </a:solidFill>
                <a:latin typeface="Fira Sans"/>
                <a:ea typeface="Fira Sans"/>
                <a:cs typeface="Fira Sans"/>
              </a:rPr>
              <a:t>6 h</a:t>
            </a:r>
          </a:p>
        </p:txBody>
      </p:sp>
      <p:sp>
        <p:nvSpPr>
          <p:cNvPr id="11" name="Planificación y captura">
            <a:extLst xmlns:a="http://schemas.openxmlformats.org/drawingml/2006/main">
              <a:ext uri="{FF2B5EF4-FFF2-40B4-BE49-F238E27FC236}">
                <a16:creationId xmlns:a16="http://schemas.microsoft.com/office/drawing/2014/main" id="{E18A9214-1548-44E0-A94D-EF7A109E827E}"/>
              </a:ext>
            </a:extLst>
          </p:cNvPr>
          <p:cNvSpPr>
            <a:spLocks xmlns:a="http://schemas.openxmlformats.org/drawingml/2006/main" noGrp="1"/>
          </p:cNvSpPr>
          <p:nvPr/>
        </p:nvSpPr>
        <p:spPr>
          <a:xfrm xmlns:a="http://schemas.openxmlformats.org/drawingml/2006/main">
            <a:off x="4476750" y="26289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53749"/>
                </a:solidFill>
                <a:latin typeface="Fira Sans"/>
                <a:ea typeface="Fira Sans"/>
                <a:cs typeface="Fira Sans"/>
              </a:defRPr>
            </a:defPPr>
            <a:lvl1pPr algn="l">
              <a:defRPr sz="1725" b="1">
                <a:solidFill>
                  <a:srgbClr val="153749"/>
                </a:solidFill>
                <a:latin typeface="Fira Sans"/>
                <a:ea typeface="Fira Sans"/>
                <a:cs typeface="Fira Sans"/>
              </a:defRPr>
            </a:lvl1pPr>
            <a:lvl2pPr algn="l">
              <a:defRPr sz="1725" b="1">
                <a:solidFill>
                  <a:srgbClr val="153749"/>
                </a:solidFill>
                <a:latin typeface="Fira Sans"/>
                <a:ea typeface="Fira Sans"/>
                <a:cs typeface="Fira Sans"/>
              </a:defRPr>
            </a:lvl2pPr>
            <a:lvl3pPr algn="l">
              <a:defRPr sz="1725" b="1">
                <a:solidFill>
                  <a:srgbClr val="153749"/>
                </a:solidFill>
                <a:latin typeface="Fira Sans"/>
                <a:ea typeface="Fira Sans"/>
                <a:cs typeface="Fira Sans"/>
              </a:defRPr>
            </a:lvl3pPr>
            <a:lvl4pPr algn="l">
              <a:defRPr sz="1725" b="1">
                <a:solidFill>
                  <a:srgbClr val="153749"/>
                </a:solidFill>
                <a:latin typeface="Fira Sans"/>
                <a:ea typeface="Fira Sans"/>
                <a:cs typeface="Fira Sans"/>
              </a:defRPr>
            </a:lvl4pPr>
            <a:lvl5pPr algn="l">
              <a:defRPr sz="1725" b="1">
                <a:solidFill>
                  <a:srgbClr val="153749"/>
                </a:solidFill>
                <a:latin typeface="Fira Sans"/>
                <a:ea typeface="Fira Sans"/>
                <a:cs typeface="Fira Sans"/>
              </a:defRPr>
            </a:lvl5pPr>
            <a:lvl6pPr algn="l">
              <a:defRPr sz="1725" b="1">
                <a:solidFill>
                  <a:srgbClr val="153749"/>
                </a:solidFill>
                <a:latin typeface="Fira Sans"/>
                <a:ea typeface="Fira Sans"/>
                <a:cs typeface="Fira Sans"/>
              </a:defRPr>
            </a:lvl6pPr>
            <a:lvl7pPr algn="l">
              <a:defRPr sz="1725" b="1">
                <a:solidFill>
                  <a:srgbClr val="153749"/>
                </a:solidFill>
                <a:latin typeface="Fira Sans"/>
                <a:ea typeface="Fira Sans"/>
                <a:cs typeface="Fira Sans"/>
              </a:defRPr>
            </a:lvl7pPr>
            <a:lvl8pPr algn="l">
              <a:defRPr sz="1725" b="1">
                <a:solidFill>
                  <a:srgbClr val="153749"/>
                </a:solidFill>
                <a:latin typeface="Fira Sans"/>
                <a:ea typeface="Fira Sans"/>
                <a:cs typeface="Fira Sans"/>
              </a:defRPr>
            </a:lvl8pPr>
            <a:lvl9pPr algn="l">
              <a:defRPr sz="1725" b="1">
                <a:solidFill>
                  <a:srgbClr val="153749"/>
                </a:solidFill>
                <a:latin typeface="Fira Sans"/>
                <a:ea typeface="Fira Sans"/>
                <a:cs typeface="Fira Sans"/>
              </a:defRPr>
            </a:lvl9pPr>
          </a:lstStyle>
          <a:p xmlns:a="http://schemas.openxmlformats.org/drawingml/2006/main">
            <a:pPr algn="l">
              <a:defRPr sz="1725" b="1">
                <a:solidFill>
                  <a:srgbClr val="153749"/>
                </a:solidFill>
                <a:latin typeface="Fira Sans"/>
                <a:ea typeface="Fira Sans"/>
                <a:cs typeface="Fira Sans"/>
              </a:defRPr>
            </a:pPr>
            <a:r>
              <a:rPr sz="1725" b="1">
                <a:solidFill>
                  <a:srgbClr val="153749"/>
                </a:solidFill>
                <a:latin typeface="Fira Sans"/>
                <a:ea typeface="Fira Sans"/>
                <a:cs typeface="Fira Sans"/>
              </a:rPr>
              <a:t>Planificación y captura</a:t>
            </a:r>
          </a:p>
        </p:txBody>
      </p:sp>
      <p:sp>
        <p:nvSpPr>
          <p:cNvPr id="12" name="">
            <a:extLst xmlns:a="http://schemas.openxmlformats.org/drawingml/2006/main">
              <a:ext uri="{FF2B5EF4-FFF2-40B4-BE49-F238E27FC236}">
                <a16:creationId xmlns:a16="http://schemas.microsoft.com/office/drawing/2014/main" id="{593DEC80-B25B-40B9-AC82-5C511382A12B}"/>
              </a:ext>
            </a:extLst>
          </p:cNvPr>
          <p:cNvSpPr>
            <a:spLocks xmlns:a="http://schemas.openxmlformats.org/drawingml/2006/main" noGrp="1"/>
          </p:cNvSpPr>
          <p:nvPr/>
        </p:nvSpPr>
        <p:spPr>
          <a:xfrm xmlns:a="http://schemas.openxmlformats.org/drawingml/2006/main">
            <a:off x="4476750" y="3028950"/>
            <a:ext cx="2743200" cy="142875"/>
          </a:xfrm>
          <a:prstGeom xmlns:a="http://schemas.openxmlformats.org/drawingml/2006/main" prst="rect">
            <a:avLst/>
          </a:prstGeom>
          <a:solidFill xmlns:a="http://schemas.openxmlformats.org/drawingml/2006/main">
            <a:srgbClr val="153749"/>
          </a:solidFill>
          <a:ln xmlns:a="http://schemas.openxmlformats.org/drawingml/2006/main" w="0">
            <a:noFill/>
            <a:prstDash val="solid"/>
          </a:ln>
        </p:spPr>
      </p:sp>
      <p:sp>
        <p:nvSpPr>
          <p:cNvPr id="13" name="6 h">
            <a:extLst xmlns:a="http://schemas.openxmlformats.org/drawingml/2006/main">
              <a:ext uri="{FF2B5EF4-FFF2-40B4-BE49-F238E27FC236}">
                <a16:creationId xmlns:a16="http://schemas.microsoft.com/office/drawing/2014/main" id="{0FED6E02-4DCD-4864-8714-C00B44DD6809}"/>
              </a:ext>
            </a:extLst>
          </p:cNvPr>
          <p:cNvSpPr>
            <a:spLocks xmlns:a="http://schemas.openxmlformats.org/drawingml/2006/main" noGrp="1"/>
          </p:cNvSpPr>
          <p:nvPr/>
        </p:nvSpPr>
        <p:spPr>
          <a:xfrm xmlns:a="http://schemas.openxmlformats.org/drawingml/2006/main">
            <a:off x="10429875" y="2790825"/>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008F8A"/>
                </a:solidFill>
                <a:latin typeface="Fira Sans"/>
                <a:ea typeface="Fira Sans"/>
                <a:cs typeface="Fira Sans"/>
              </a:defRPr>
            </a:defPPr>
            <a:lvl1pPr algn="r">
              <a:defRPr sz="2025" b="1">
                <a:solidFill>
                  <a:srgbClr val="008F8A"/>
                </a:solidFill>
                <a:latin typeface="Fira Sans"/>
                <a:ea typeface="Fira Sans"/>
                <a:cs typeface="Fira Sans"/>
              </a:defRPr>
            </a:lvl1pPr>
            <a:lvl2pPr algn="r">
              <a:defRPr sz="2025" b="1">
                <a:solidFill>
                  <a:srgbClr val="008F8A"/>
                </a:solidFill>
                <a:latin typeface="Fira Sans"/>
                <a:ea typeface="Fira Sans"/>
                <a:cs typeface="Fira Sans"/>
              </a:defRPr>
            </a:lvl2pPr>
            <a:lvl3pPr algn="r">
              <a:defRPr sz="2025" b="1">
                <a:solidFill>
                  <a:srgbClr val="008F8A"/>
                </a:solidFill>
                <a:latin typeface="Fira Sans"/>
                <a:ea typeface="Fira Sans"/>
                <a:cs typeface="Fira Sans"/>
              </a:defRPr>
            </a:lvl3pPr>
            <a:lvl4pPr algn="r">
              <a:defRPr sz="2025" b="1">
                <a:solidFill>
                  <a:srgbClr val="008F8A"/>
                </a:solidFill>
                <a:latin typeface="Fira Sans"/>
                <a:ea typeface="Fira Sans"/>
                <a:cs typeface="Fira Sans"/>
              </a:defRPr>
            </a:lvl4pPr>
            <a:lvl5pPr algn="r">
              <a:defRPr sz="2025" b="1">
                <a:solidFill>
                  <a:srgbClr val="008F8A"/>
                </a:solidFill>
                <a:latin typeface="Fira Sans"/>
                <a:ea typeface="Fira Sans"/>
                <a:cs typeface="Fira Sans"/>
              </a:defRPr>
            </a:lvl5pPr>
            <a:lvl6pPr algn="r">
              <a:defRPr sz="2025" b="1">
                <a:solidFill>
                  <a:srgbClr val="008F8A"/>
                </a:solidFill>
                <a:latin typeface="Fira Sans"/>
                <a:ea typeface="Fira Sans"/>
                <a:cs typeface="Fira Sans"/>
              </a:defRPr>
            </a:lvl6pPr>
            <a:lvl7pPr algn="r">
              <a:defRPr sz="2025" b="1">
                <a:solidFill>
                  <a:srgbClr val="008F8A"/>
                </a:solidFill>
                <a:latin typeface="Fira Sans"/>
                <a:ea typeface="Fira Sans"/>
                <a:cs typeface="Fira Sans"/>
              </a:defRPr>
            </a:lvl7pPr>
            <a:lvl8pPr algn="r">
              <a:defRPr sz="2025" b="1">
                <a:solidFill>
                  <a:srgbClr val="008F8A"/>
                </a:solidFill>
                <a:latin typeface="Fira Sans"/>
                <a:ea typeface="Fira Sans"/>
                <a:cs typeface="Fira Sans"/>
              </a:defRPr>
            </a:lvl8pPr>
            <a:lvl9pPr algn="r">
              <a:defRPr sz="2025" b="1">
                <a:solidFill>
                  <a:srgbClr val="008F8A"/>
                </a:solidFill>
                <a:latin typeface="Fira Sans"/>
                <a:ea typeface="Fira Sans"/>
                <a:cs typeface="Fira Sans"/>
              </a:defRPr>
            </a:lvl9pPr>
          </a:lstStyle>
          <a:p xmlns:a="http://schemas.openxmlformats.org/drawingml/2006/main">
            <a:pPr algn="r">
              <a:defRPr sz="2025" b="1">
                <a:solidFill>
                  <a:srgbClr val="008F8A"/>
                </a:solidFill>
                <a:latin typeface="Fira Sans"/>
                <a:ea typeface="Fira Sans"/>
                <a:cs typeface="Fira Sans"/>
              </a:defRPr>
            </a:pPr>
            <a:r>
              <a:rPr sz="2025" b="1">
                <a:solidFill>
                  <a:srgbClr val="008F8A"/>
                </a:solidFill>
                <a:latin typeface="Fira Sans"/>
                <a:ea typeface="Fira Sans"/>
                <a:cs typeface="Fira Sans"/>
              </a:rPr>
              <a:t>6 h</a:t>
            </a:r>
          </a:p>
        </p:txBody>
      </p:sp>
      <p:sp>
        <p:nvSpPr>
          <p:cNvPr id="14" name="PIX4Dmatic Pro">
            <a:extLst xmlns:a="http://schemas.openxmlformats.org/drawingml/2006/main">
              <a:ext uri="{FF2B5EF4-FFF2-40B4-BE49-F238E27FC236}">
                <a16:creationId xmlns:a16="http://schemas.microsoft.com/office/drawing/2014/main" id="{9B664648-4C4B-42B4-9612-C4208162C6E8}"/>
              </a:ext>
            </a:extLst>
          </p:cNvPr>
          <p:cNvSpPr>
            <a:spLocks xmlns:a="http://schemas.openxmlformats.org/drawingml/2006/main" noGrp="1"/>
          </p:cNvSpPr>
          <p:nvPr/>
        </p:nvSpPr>
        <p:spPr>
          <a:xfrm xmlns:a="http://schemas.openxmlformats.org/drawingml/2006/main">
            <a:off x="4476750" y="34290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53749"/>
                </a:solidFill>
                <a:latin typeface="Fira Sans"/>
                <a:ea typeface="Fira Sans"/>
                <a:cs typeface="Fira Sans"/>
              </a:defRPr>
            </a:defPPr>
            <a:lvl1pPr algn="l">
              <a:defRPr sz="1725" b="1">
                <a:solidFill>
                  <a:srgbClr val="153749"/>
                </a:solidFill>
                <a:latin typeface="Fira Sans"/>
                <a:ea typeface="Fira Sans"/>
                <a:cs typeface="Fira Sans"/>
              </a:defRPr>
            </a:lvl1pPr>
            <a:lvl2pPr algn="l">
              <a:defRPr sz="1725" b="1">
                <a:solidFill>
                  <a:srgbClr val="153749"/>
                </a:solidFill>
                <a:latin typeface="Fira Sans"/>
                <a:ea typeface="Fira Sans"/>
                <a:cs typeface="Fira Sans"/>
              </a:defRPr>
            </a:lvl2pPr>
            <a:lvl3pPr algn="l">
              <a:defRPr sz="1725" b="1">
                <a:solidFill>
                  <a:srgbClr val="153749"/>
                </a:solidFill>
                <a:latin typeface="Fira Sans"/>
                <a:ea typeface="Fira Sans"/>
                <a:cs typeface="Fira Sans"/>
              </a:defRPr>
            </a:lvl3pPr>
            <a:lvl4pPr algn="l">
              <a:defRPr sz="1725" b="1">
                <a:solidFill>
                  <a:srgbClr val="153749"/>
                </a:solidFill>
                <a:latin typeface="Fira Sans"/>
                <a:ea typeface="Fira Sans"/>
                <a:cs typeface="Fira Sans"/>
              </a:defRPr>
            </a:lvl4pPr>
            <a:lvl5pPr algn="l">
              <a:defRPr sz="1725" b="1">
                <a:solidFill>
                  <a:srgbClr val="153749"/>
                </a:solidFill>
                <a:latin typeface="Fira Sans"/>
                <a:ea typeface="Fira Sans"/>
                <a:cs typeface="Fira Sans"/>
              </a:defRPr>
            </a:lvl5pPr>
            <a:lvl6pPr algn="l">
              <a:defRPr sz="1725" b="1">
                <a:solidFill>
                  <a:srgbClr val="153749"/>
                </a:solidFill>
                <a:latin typeface="Fira Sans"/>
                <a:ea typeface="Fira Sans"/>
                <a:cs typeface="Fira Sans"/>
              </a:defRPr>
            </a:lvl6pPr>
            <a:lvl7pPr algn="l">
              <a:defRPr sz="1725" b="1">
                <a:solidFill>
                  <a:srgbClr val="153749"/>
                </a:solidFill>
                <a:latin typeface="Fira Sans"/>
                <a:ea typeface="Fira Sans"/>
                <a:cs typeface="Fira Sans"/>
              </a:defRPr>
            </a:lvl7pPr>
            <a:lvl8pPr algn="l">
              <a:defRPr sz="1725" b="1">
                <a:solidFill>
                  <a:srgbClr val="153749"/>
                </a:solidFill>
                <a:latin typeface="Fira Sans"/>
                <a:ea typeface="Fira Sans"/>
                <a:cs typeface="Fira Sans"/>
              </a:defRPr>
            </a:lvl8pPr>
            <a:lvl9pPr algn="l">
              <a:defRPr sz="1725" b="1">
                <a:solidFill>
                  <a:srgbClr val="153749"/>
                </a:solidFill>
                <a:latin typeface="Fira Sans"/>
                <a:ea typeface="Fira Sans"/>
                <a:cs typeface="Fira Sans"/>
              </a:defRPr>
            </a:lvl9pPr>
          </a:lstStyle>
          <a:p xmlns:a="http://schemas.openxmlformats.org/drawingml/2006/main">
            <a:pPr algn="l">
              <a:defRPr sz="1725" b="1">
                <a:solidFill>
                  <a:srgbClr val="153749"/>
                </a:solidFill>
                <a:latin typeface="Fira Sans"/>
                <a:ea typeface="Fira Sans"/>
                <a:cs typeface="Fira Sans"/>
              </a:defRPr>
            </a:pPr>
            <a:r>
              <a:rPr sz="1725" b="1">
                <a:solidFill>
                  <a:srgbClr val="153749"/>
                </a:solidFill>
                <a:latin typeface="Fira Sans"/>
                <a:ea typeface="Fira Sans"/>
                <a:cs typeface="Fira Sans"/>
              </a:rPr>
              <a:t>PIX4Dmatic Pro</a:t>
            </a:r>
          </a:p>
        </p:txBody>
      </p:sp>
      <p:sp>
        <p:nvSpPr>
          <p:cNvPr id="15" name="">
            <a:extLst xmlns:a="http://schemas.openxmlformats.org/drawingml/2006/main">
              <a:ext uri="{FF2B5EF4-FFF2-40B4-BE49-F238E27FC236}">
                <a16:creationId xmlns:a16="http://schemas.microsoft.com/office/drawing/2014/main" id="{33E108A7-5FE8-4536-9147-EB1C406CA41A}"/>
              </a:ext>
            </a:extLst>
          </p:cNvPr>
          <p:cNvSpPr>
            <a:spLocks xmlns:a="http://schemas.openxmlformats.org/drawingml/2006/main" noGrp="1"/>
          </p:cNvSpPr>
          <p:nvPr/>
        </p:nvSpPr>
        <p:spPr>
          <a:xfrm xmlns:a="http://schemas.openxmlformats.org/drawingml/2006/main">
            <a:off x="4476750" y="3829050"/>
            <a:ext cx="4572000" cy="142875"/>
          </a:xfrm>
          <a:prstGeom xmlns:a="http://schemas.openxmlformats.org/drawingml/2006/main" prst="rect">
            <a:avLst/>
          </a:prstGeom>
          <a:solidFill xmlns:a="http://schemas.openxmlformats.org/drawingml/2006/main">
            <a:srgbClr val="008F8A"/>
          </a:solidFill>
          <a:ln xmlns:a="http://schemas.openxmlformats.org/drawingml/2006/main" w="0">
            <a:noFill/>
            <a:prstDash val="solid"/>
          </a:ln>
        </p:spPr>
      </p:sp>
      <p:sp>
        <p:nvSpPr>
          <p:cNvPr id="16" name="10 h">
            <a:extLst xmlns:a="http://schemas.openxmlformats.org/drawingml/2006/main">
              <a:ext uri="{FF2B5EF4-FFF2-40B4-BE49-F238E27FC236}">
                <a16:creationId xmlns:a16="http://schemas.microsoft.com/office/drawing/2014/main" id="{6654D44E-E72D-47B5-9BAF-FCE047B67577}"/>
              </a:ext>
            </a:extLst>
          </p:cNvPr>
          <p:cNvSpPr>
            <a:spLocks xmlns:a="http://schemas.openxmlformats.org/drawingml/2006/main" noGrp="1"/>
          </p:cNvSpPr>
          <p:nvPr/>
        </p:nvSpPr>
        <p:spPr>
          <a:xfrm xmlns:a="http://schemas.openxmlformats.org/drawingml/2006/main">
            <a:off x="10429875" y="3590925"/>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008F8A"/>
                </a:solidFill>
                <a:latin typeface="Fira Sans"/>
                <a:ea typeface="Fira Sans"/>
                <a:cs typeface="Fira Sans"/>
              </a:defRPr>
            </a:defPPr>
            <a:lvl1pPr algn="r">
              <a:defRPr sz="2025" b="1">
                <a:solidFill>
                  <a:srgbClr val="008F8A"/>
                </a:solidFill>
                <a:latin typeface="Fira Sans"/>
                <a:ea typeface="Fira Sans"/>
                <a:cs typeface="Fira Sans"/>
              </a:defRPr>
            </a:lvl1pPr>
            <a:lvl2pPr algn="r">
              <a:defRPr sz="2025" b="1">
                <a:solidFill>
                  <a:srgbClr val="008F8A"/>
                </a:solidFill>
                <a:latin typeface="Fira Sans"/>
                <a:ea typeface="Fira Sans"/>
                <a:cs typeface="Fira Sans"/>
              </a:defRPr>
            </a:lvl2pPr>
            <a:lvl3pPr algn="r">
              <a:defRPr sz="2025" b="1">
                <a:solidFill>
                  <a:srgbClr val="008F8A"/>
                </a:solidFill>
                <a:latin typeface="Fira Sans"/>
                <a:ea typeface="Fira Sans"/>
                <a:cs typeface="Fira Sans"/>
              </a:defRPr>
            </a:lvl3pPr>
            <a:lvl4pPr algn="r">
              <a:defRPr sz="2025" b="1">
                <a:solidFill>
                  <a:srgbClr val="008F8A"/>
                </a:solidFill>
                <a:latin typeface="Fira Sans"/>
                <a:ea typeface="Fira Sans"/>
                <a:cs typeface="Fira Sans"/>
              </a:defRPr>
            </a:lvl4pPr>
            <a:lvl5pPr algn="r">
              <a:defRPr sz="2025" b="1">
                <a:solidFill>
                  <a:srgbClr val="008F8A"/>
                </a:solidFill>
                <a:latin typeface="Fira Sans"/>
                <a:ea typeface="Fira Sans"/>
                <a:cs typeface="Fira Sans"/>
              </a:defRPr>
            </a:lvl5pPr>
            <a:lvl6pPr algn="r">
              <a:defRPr sz="2025" b="1">
                <a:solidFill>
                  <a:srgbClr val="008F8A"/>
                </a:solidFill>
                <a:latin typeface="Fira Sans"/>
                <a:ea typeface="Fira Sans"/>
                <a:cs typeface="Fira Sans"/>
              </a:defRPr>
            </a:lvl6pPr>
            <a:lvl7pPr algn="r">
              <a:defRPr sz="2025" b="1">
                <a:solidFill>
                  <a:srgbClr val="008F8A"/>
                </a:solidFill>
                <a:latin typeface="Fira Sans"/>
                <a:ea typeface="Fira Sans"/>
                <a:cs typeface="Fira Sans"/>
              </a:defRPr>
            </a:lvl7pPr>
            <a:lvl8pPr algn="r">
              <a:defRPr sz="2025" b="1">
                <a:solidFill>
                  <a:srgbClr val="008F8A"/>
                </a:solidFill>
                <a:latin typeface="Fira Sans"/>
                <a:ea typeface="Fira Sans"/>
                <a:cs typeface="Fira Sans"/>
              </a:defRPr>
            </a:lvl8pPr>
            <a:lvl9pPr algn="r">
              <a:defRPr sz="2025" b="1">
                <a:solidFill>
                  <a:srgbClr val="008F8A"/>
                </a:solidFill>
                <a:latin typeface="Fira Sans"/>
                <a:ea typeface="Fira Sans"/>
                <a:cs typeface="Fira Sans"/>
              </a:defRPr>
            </a:lvl9pPr>
          </a:lstStyle>
          <a:p xmlns:a="http://schemas.openxmlformats.org/drawingml/2006/main">
            <a:pPr algn="r">
              <a:defRPr sz="2025" b="1">
                <a:solidFill>
                  <a:srgbClr val="008F8A"/>
                </a:solidFill>
                <a:latin typeface="Fira Sans"/>
                <a:ea typeface="Fira Sans"/>
                <a:cs typeface="Fira Sans"/>
              </a:defRPr>
            </a:pPr>
            <a:r>
              <a:rPr sz="2025" b="1">
                <a:solidFill>
                  <a:srgbClr val="008F8A"/>
                </a:solidFill>
                <a:latin typeface="Fira Sans"/>
                <a:ea typeface="Fira Sans"/>
                <a:cs typeface="Fira Sans"/>
              </a:rPr>
              <a:t>10 h</a:t>
            </a:r>
          </a:p>
        </p:txBody>
      </p:sp>
      <p:sp>
        <p:nvSpPr>
          <p:cNvPr id="17" name="PIX4Dfields">
            <a:extLst xmlns:a="http://schemas.openxmlformats.org/drawingml/2006/main">
              <a:ext uri="{FF2B5EF4-FFF2-40B4-BE49-F238E27FC236}">
                <a16:creationId xmlns:a16="http://schemas.microsoft.com/office/drawing/2014/main" id="{0F0FC0A4-07B3-459C-A92C-2705FC122058}"/>
              </a:ext>
            </a:extLst>
          </p:cNvPr>
          <p:cNvSpPr>
            <a:spLocks xmlns:a="http://schemas.openxmlformats.org/drawingml/2006/main" noGrp="1"/>
          </p:cNvSpPr>
          <p:nvPr/>
        </p:nvSpPr>
        <p:spPr>
          <a:xfrm xmlns:a="http://schemas.openxmlformats.org/drawingml/2006/main">
            <a:off x="4476750" y="42291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53749"/>
                </a:solidFill>
                <a:latin typeface="Fira Sans"/>
                <a:ea typeface="Fira Sans"/>
                <a:cs typeface="Fira Sans"/>
              </a:defRPr>
            </a:defPPr>
            <a:lvl1pPr algn="l">
              <a:defRPr sz="1725" b="1">
                <a:solidFill>
                  <a:srgbClr val="153749"/>
                </a:solidFill>
                <a:latin typeface="Fira Sans"/>
                <a:ea typeface="Fira Sans"/>
                <a:cs typeface="Fira Sans"/>
              </a:defRPr>
            </a:lvl1pPr>
            <a:lvl2pPr algn="l">
              <a:defRPr sz="1725" b="1">
                <a:solidFill>
                  <a:srgbClr val="153749"/>
                </a:solidFill>
                <a:latin typeface="Fira Sans"/>
                <a:ea typeface="Fira Sans"/>
                <a:cs typeface="Fira Sans"/>
              </a:defRPr>
            </a:lvl2pPr>
            <a:lvl3pPr algn="l">
              <a:defRPr sz="1725" b="1">
                <a:solidFill>
                  <a:srgbClr val="153749"/>
                </a:solidFill>
                <a:latin typeface="Fira Sans"/>
                <a:ea typeface="Fira Sans"/>
                <a:cs typeface="Fira Sans"/>
              </a:defRPr>
            </a:lvl3pPr>
            <a:lvl4pPr algn="l">
              <a:defRPr sz="1725" b="1">
                <a:solidFill>
                  <a:srgbClr val="153749"/>
                </a:solidFill>
                <a:latin typeface="Fira Sans"/>
                <a:ea typeface="Fira Sans"/>
                <a:cs typeface="Fira Sans"/>
              </a:defRPr>
            </a:lvl4pPr>
            <a:lvl5pPr algn="l">
              <a:defRPr sz="1725" b="1">
                <a:solidFill>
                  <a:srgbClr val="153749"/>
                </a:solidFill>
                <a:latin typeface="Fira Sans"/>
                <a:ea typeface="Fira Sans"/>
                <a:cs typeface="Fira Sans"/>
              </a:defRPr>
            </a:lvl5pPr>
            <a:lvl6pPr algn="l">
              <a:defRPr sz="1725" b="1">
                <a:solidFill>
                  <a:srgbClr val="153749"/>
                </a:solidFill>
                <a:latin typeface="Fira Sans"/>
                <a:ea typeface="Fira Sans"/>
                <a:cs typeface="Fira Sans"/>
              </a:defRPr>
            </a:lvl6pPr>
            <a:lvl7pPr algn="l">
              <a:defRPr sz="1725" b="1">
                <a:solidFill>
                  <a:srgbClr val="153749"/>
                </a:solidFill>
                <a:latin typeface="Fira Sans"/>
                <a:ea typeface="Fira Sans"/>
                <a:cs typeface="Fira Sans"/>
              </a:defRPr>
            </a:lvl7pPr>
            <a:lvl8pPr algn="l">
              <a:defRPr sz="1725" b="1">
                <a:solidFill>
                  <a:srgbClr val="153749"/>
                </a:solidFill>
                <a:latin typeface="Fira Sans"/>
                <a:ea typeface="Fira Sans"/>
                <a:cs typeface="Fira Sans"/>
              </a:defRPr>
            </a:lvl8pPr>
            <a:lvl9pPr algn="l">
              <a:defRPr sz="1725" b="1">
                <a:solidFill>
                  <a:srgbClr val="153749"/>
                </a:solidFill>
                <a:latin typeface="Fira Sans"/>
                <a:ea typeface="Fira Sans"/>
                <a:cs typeface="Fira Sans"/>
              </a:defRPr>
            </a:lvl9pPr>
          </a:lstStyle>
          <a:p xmlns:a="http://schemas.openxmlformats.org/drawingml/2006/main">
            <a:pPr algn="l">
              <a:defRPr sz="1725" b="1">
                <a:solidFill>
                  <a:srgbClr val="153749"/>
                </a:solidFill>
                <a:latin typeface="Fira Sans"/>
                <a:ea typeface="Fira Sans"/>
                <a:cs typeface="Fira Sans"/>
              </a:defRPr>
            </a:pPr>
            <a:r>
              <a:rPr sz="1725" b="1">
                <a:solidFill>
                  <a:srgbClr val="153749"/>
                </a:solidFill>
                <a:latin typeface="Fira Sans"/>
                <a:ea typeface="Fira Sans"/>
                <a:cs typeface="Fira Sans"/>
              </a:rPr>
              <a:t>PIX4Dfields</a:t>
            </a:r>
          </a:p>
        </p:txBody>
      </p:sp>
      <p:sp>
        <p:nvSpPr>
          <p:cNvPr id="18" name="">
            <a:extLst xmlns:a="http://schemas.openxmlformats.org/drawingml/2006/main">
              <a:ext uri="{FF2B5EF4-FFF2-40B4-BE49-F238E27FC236}">
                <a16:creationId xmlns:a16="http://schemas.microsoft.com/office/drawing/2014/main" id="{AC6F7384-F8FA-4089-A32C-1BCE6ED51590}"/>
              </a:ext>
            </a:extLst>
          </p:cNvPr>
          <p:cNvSpPr>
            <a:spLocks xmlns:a="http://schemas.openxmlformats.org/drawingml/2006/main" noGrp="1"/>
          </p:cNvSpPr>
          <p:nvPr/>
        </p:nvSpPr>
        <p:spPr>
          <a:xfrm xmlns:a="http://schemas.openxmlformats.org/drawingml/2006/main">
            <a:off x="4476750" y="4629150"/>
            <a:ext cx="5486400" cy="142875"/>
          </a:xfrm>
          <a:prstGeom xmlns:a="http://schemas.openxmlformats.org/drawingml/2006/main" prst="rect">
            <a:avLst/>
          </a:prstGeom>
          <a:solidFill xmlns:a="http://schemas.openxmlformats.org/drawingml/2006/main">
            <a:srgbClr val="153749"/>
          </a:solidFill>
          <a:ln xmlns:a="http://schemas.openxmlformats.org/drawingml/2006/main" w="0">
            <a:noFill/>
            <a:prstDash val="solid"/>
          </a:ln>
        </p:spPr>
      </p:sp>
      <p:sp>
        <p:nvSpPr>
          <p:cNvPr id="19" name="12 h">
            <a:extLst xmlns:a="http://schemas.openxmlformats.org/drawingml/2006/main">
              <a:ext uri="{FF2B5EF4-FFF2-40B4-BE49-F238E27FC236}">
                <a16:creationId xmlns:a16="http://schemas.microsoft.com/office/drawing/2014/main" id="{C927C7DE-D36B-4307-B27A-3AA398D587D6}"/>
              </a:ext>
            </a:extLst>
          </p:cNvPr>
          <p:cNvSpPr>
            <a:spLocks xmlns:a="http://schemas.openxmlformats.org/drawingml/2006/main" noGrp="1"/>
          </p:cNvSpPr>
          <p:nvPr/>
        </p:nvSpPr>
        <p:spPr>
          <a:xfrm xmlns:a="http://schemas.openxmlformats.org/drawingml/2006/main">
            <a:off x="10429875" y="4391025"/>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008F8A"/>
                </a:solidFill>
                <a:latin typeface="Fira Sans"/>
                <a:ea typeface="Fira Sans"/>
                <a:cs typeface="Fira Sans"/>
              </a:defRPr>
            </a:defPPr>
            <a:lvl1pPr algn="r">
              <a:defRPr sz="2025" b="1">
                <a:solidFill>
                  <a:srgbClr val="008F8A"/>
                </a:solidFill>
                <a:latin typeface="Fira Sans"/>
                <a:ea typeface="Fira Sans"/>
                <a:cs typeface="Fira Sans"/>
              </a:defRPr>
            </a:lvl1pPr>
            <a:lvl2pPr algn="r">
              <a:defRPr sz="2025" b="1">
                <a:solidFill>
                  <a:srgbClr val="008F8A"/>
                </a:solidFill>
                <a:latin typeface="Fira Sans"/>
                <a:ea typeface="Fira Sans"/>
                <a:cs typeface="Fira Sans"/>
              </a:defRPr>
            </a:lvl2pPr>
            <a:lvl3pPr algn="r">
              <a:defRPr sz="2025" b="1">
                <a:solidFill>
                  <a:srgbClr val="008F8A"/>
                </a:solidFill>
                <a:latin typeface="Fira Sans"/>
                <a:ea typeface="Fira Sans"/>
                <a:cs typeface="Fira Sans"/>
              </a:defRPr>
            </a:lvl3pPr>
            <a:lvl4pPr algn="r">
              <a:defRPr sz="2025" b="1">
                <a:solidFill>
                  <a:srgbClr val="008F8A"/>
                </a:solidFill>
                <a:latin typeface="Fira Sans"/>
                <a:ea typeface="Fira Sans"/>
                <a:cs typeface="Fira Sans"/>
              </a:defRPr>
            </a:lvl4pPr>
            <a:lvl5pPr algn="r">
              <a:defRPr sz="2025" b="1">
                <a:solidFill>
                  <a:srgbClr val="008F8A"/>
                </a:solidFill>
                <a:latin typeface="Fira Sans"/>
                <a:ea typeface="Fira Sans"/>
                <a:cs typeface="Fira Sans"/>
              </a:defRPr>
            </a:lvl5pPr>
            <a:lvl6pPr algn="r">
              <a:defRPr sz="2025" b="1">
                <a:solidFill>
                  <a:srgbClr val="008F8A"/>
                </a:solidFill>
                <a:latin typeface="Fira Sans"/>
                <a:ea typeface="Fira Sans"/>
                <a:cs typeface="Fira Sans"/>
              </a:defRPr>
            </a:lvl6pPr>
            <a:lvl7pPr algn="r">
              <a:defRPr sz="2025" b="1">
                <a:solidFill>
                  <a:srgbClr val="008F8A"/>
                </a:solidFill>
                <a:latin typeface="Fira Sans"/>
                <a:ea typeface="Fira Sans"/>
                <a:cs typeface="Fira Sans"/>
              </a:defRPr>
            </a:lvl7pPr>
            <a:lvl8pPr algn="r">
              <a:defRPr sz="2025" b="1">
                <a:solidFill>
                  <a:srgbClr val="008F8A"/>
                </a:solidFill>
                <a:latin typeface="Fira Sans"/>
                <a:ea typeface="Fira Sans"/>
                <a:cs typeface="Fira Sans"/>
              </a:defRPr>
            </a:lvl8pPr>
            <a:lvl9pPr algn="r">
              <a:defRPr sz="2025" b="1">
                <a:solidFill>
                  <a:srgbClr val="008F8A"/>
                </a:solidFill>
                <a:latin typeface="Fira Sans"/>
                <a:ea typeface="Fira Sans"/>
                <a:cs typeface="Fira Sans"/>
              </a:defRPr>
            </a:lvl9pPr>
          </a:lstStyle>
          <a:p xmlns:a="http://schemas.openxmlformats.org/drawingml/2006/main">
            <a:pPr algn="r">
              <a:defRPr sz="2025" b="1">
                <a:solidFill>
                  <a:srgbClr val="008F8A"/>
                </a:solidFill>
                <a:latin typeface="Fira Sans"/>
                <a:ea typeface="Fira Sans"/>
                <a:cs typeface="Fira Sans"/>
              </a:defRPr>
            </a:pPr>
            <a:r>
              <a:rPr sz="2025" b="1">
                <a:solidFill>
                  <a:srgbClr val="008F8A"/>
                </a:solidFill>
                <a:latin typeface="Fira Sans"/>
                <a:ea typeface="Fira Sans"/>
                <a:cs typeface="Fira Sans"/>
              </a:rPr>
              <a:t>12 h</a:t>
            </a:r>
          </a:p>
        </p:txBody>
      </p:sp>
      <p:sp>
        <p:nvSpPr>
          <p:cNvPr id="20" name="Proyecto aplicado">
            <a:extLst xmlns:a="http://schemas.openxmlformats.org/drawingml/2006/main">
              <a:ext uri="{FF2B5EF4-FFF2-40B4-BE49-F238E27FC236}">
                <a16:creationId xmlns:a16="http://schemas.microsoft.com/office/drawing/2014/main" id="{9F0C6EF4-903B-4FBA-8503-2AEE6E2BCDD8}"/>
              </a:ext>
            </a:extLst>
          </p:cNvPr>
          <p:cNvSpPr>
            <a:spLocks xmlns:a="http://schemas.openxmlformats.org/drawingml/2006/main" noGrp="1"/>
          </p:cNvSpPr>
          <p:nvPr/>
        </p:nvSpPr>
        <p:spPr>
          <a:xfrm xmlns:a="http://schemas.openxmlformats.org/drawingml/2006/main">
            <a:off x="4476750" y="50292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53749"/>
                </a:solidFill>
                <a:latin typeface="Fira Sans"/>
                <a:ea typeface="Fira Sans"/>
                <a:cs typeface="Fira Sans"/>
              </a:defRPr>
            </a:defPPr>
            <a:lvl1pPr algn="l">
              <a:defRPr sz="1725" b="1">
                <a:solidFill>
                  <a:srgbClr val="153749"/>
                </a:solidFill>
                <a:latin typeface="Fira Sans"/>
                <a:ea typeface="Fira Sans"/>
                <a:cs typeface="Fira Sans"/>
              </a:defRPr>
            </a:lvl1pPr>
            <a:lvl2pPr algn="l">
              <a:defRPr sz="1725" b="1">
                <a:solidFill>
                  <a:srgbClr val="153749"/>
                </a:solidFill>
                <a:latin typeface="Fira Sans"/>
                <a:ea typeface="Fira Sans"/>
                <a:cs typeface="Fira Sans"/>
              </a:defRPr>
            </a:lvl2pPr>
            <a:lvl3pPr algn="l">
              <a:defRPr sz="1725" b="1">
                <a:solidFill>
                  <a:srgbClr val="153749"/>
                </a:solidFill>
                <a:latin typeface="Fira Sans"/>
                <a:ea typeface="Fira Sans"/>
                <a:cs typeface="Fira Sans"/>
              </a:defRPr>
            </a:lvl3pPr>
            <a:lvl4pPr algn="l">
              <a:defRPr sz="1725" b="1">
                <a:solidFill>
                  <a:srgbClr val="153749"/>
                </a:solidFill>
                <a:latin typeface="Fira Sans"/>
                <a:ea typeface="Fira Sans"/>
                <a:cs typeface="Fira Sans"/>
              </a:defRPr>
            </a:lvl4pPr>
            <a:lvl5pPr algn="l">
              <a:defRPr sz="1725" b="1">
                <a:solidFill>
                  <a:srgbClr val="153749"/>
                </a:solidFill>
                <a:latin typeface="Fira Sans"/>
                <a:ea typeface="Fira Sans"/>
                <a:cs typeface="Fira Sans"/>
              </a:defRPr>
            </a:lvl5pPr>
            <a:lvl6pPr algn="l">
              <a:defRPr sz="1725" b="1">
                <a:solidFill>
                  <a:srgbClr val="153749"/>
                </a:solidFill>
                <a:latin typeface="Fira Sans"/>
                <a:ea typeface="Fira Sans"/>
                <a:cs typeface="Fira Sans"/>
              </a:defRPr>
            </a:lvl6pPr>
            <a:lvl7pPr algn="l">
              <a:defRPr sz="1725" b="1">
                <a:solidFill>
                  <a:srgbClr val="153749"/>
                </a:solidFill>
                <a:latin typeface="Fira Sans"/>
                <a:ea typeface="Fira Sans"/>
                <a:cs typeface="Fira Sans"/>
              </a:defRPr>
            </a:lvl7pPr>
            <a:lvl8pPr algn="l">
              <a:defRPr sz="1725" b="1">
                <a:solidFill>
                  <a:srgbClr val="153749"/>
                </a:solidFill>
                <a:latin typeface="Fira Sans"/>
                <a:ea typeface="Fira Sans"/>
                <a:cs typeface="Fira Sans"/>
              </a:defRPr>
            </a:lvl8pPr>
            <a:lvl9pPr algn="l">
              <a:defRPr sz="1725" b="1">
                <a:solidFill>
                  <a:srgbClr val="153749"/>
                </a:solidFill>
                <a:latin typeface="Fira Sans"/>
                <a:ea typeface="Fira Sans"/>
                <a:cs typeface="Fira Sans"/>
              </a:defRPr>
            </a:lvl9pPr>
          </a:lstStyle>
          <a:p xmlns:a="http://schemas.openxmlformats.org/drawingml/2006/main">
            <a:pPr algn="l">
              <a:defRPr sz="1725" b="1">
                <a:solidFill>
                  <a:srgbClr val="153749"/>
                </a:solidFill>
                <a:latin typeface="Fira Sans"/>
                <a:ea typeface="Fira Sans"/>
                <a:cs typeface="Fira Sans"/>
              </a:defRPr>
            </a:pPr>
            <a:r>
              <a:rPr sz="1725" b="1">
                <a:solidFill>
                  <a:srgbClr val="153749"/>
                </a:solidFill>
                <a:latin typeface="Fira Sans"/>
                <a:ea typeface="Fira Sans"/>
                <a:cs typeface="Fira Sans"/>
              </a:rPr>
              <a:t>Proyecto aplicado</a:t>
            </a:r>
          </a:p>
        </p:txBody>
      </p:sp>
      <p:sp>
        <p:nvSpPr>
          <p:cNvPr id="21" name="">
            <a:extLst xmlns:a="http://schemas.openxmlformats.org/drawingml/2006/main">
              <a:ext uri="{FF2B5EF4-FFF2-40B4-BE49-F238E27FC236}">
                <a16:creationId xmlns:a16="http://schemas.microsoft.com/office/drawing/2014/main" id="{5DFD9B23-31ED-4341-81F5-F46855347AD5}"/>
              </a:ext>
            </a:extLst>
          </p:cNvPr>
          <p:cNvSpPr>
            <a:spLocks xmlns:a="http://schemas.openxmlformats.org/drawingml/2006/main" noGrp="1"/>
          </p:cNvSpPr>
          <p:nvPr/>
        </p:nvSpPr>
        <p:spPr>
          <a:xfrm xmlns:a="http://schemas.openxmlformats.org/drawingml/2006/main">
            <a:off x="4476750" y="5429250"/>
            <a:ext cx="2743200" cy="142875"/>
          </a:xfrm>
          <a:prstGeom xmlns:a="http://schemas.openxmlformats.org/drawingml/2006/main" prst="rect">
            <a:avLst/>
          </a:prstGeom>
          <a:solidFill xmlns:a="http://schemas.openxmlformats.org/drawingml/2006/main">
            <a:srgbClr val="008F8A"/>
          </a:solidFill>
          <a:ln xmlns:a="http://schemas.openxmlformats.org/drawingml/2006/main" w="0">
            <a:noFill/>
            <a:prstDash val="solid"/>
          </a:ln>
        </p:spPr>
      </p:sp>
      <p:sp>
        <p:nvSpPr>
          <p:cNvPr id="22" name="6 h">
            <a:extLst xmlns:a="http://schemas.openxmlformats.org/drawingml/2006/main">
              <a:ext uri="{FF2B5EF4-FFF2-40B4-BE49-F238E27FC236}">
                <a16:creationId xmlns:a16="http://schemas.microsoft.com/office/drawing/2014/main" id="{75214FA6-7192-47B1-99F3-7F08C8AB0F3C}"/>
              </a:ext>
            </a:extLst>
          </p:cNvPr>
          <p:cNvSpPr>
            <a:spLocks xmlns:a="http://schemas.openxmlformats.org/drawingml/2006/main" noGrp="1"/>
          </p:cNvSpPr>
          <p:nvPr/>
        </p:nvSpPr>
        <p:spPr>
          <a:xfrm xmlns:a="http://schemas.openxmlformats.org/drawingml/2006/main">
            <a:off x="10429875" y="5191125"/>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025" b="1">
                <a:solidFill>
                  <a:srgbClr val="008F8A"/>
                </a:solidFill>
                <a:latin typeface="Fira Sans"/>
                <a:ea typeface="Fira Sans"/>
                <a:cs typeface="Fira Sans"/>
              </a:defRPr>
            </a:defPPr>
            <a:lvl1pPr algn="r">
              <a:defRPr sz="2025" b="1">
                <a:solidFill>
                  <a:srgbClr val="008F8A"/>
                </a:solidFill>
                <a:latin typeface="Fira Sans"/>
                <a:ea typeface="Fira Sans"/>
                <a:cs typeface="Fira Sans"/>
              </a:defRPr>
            </a:lvl1pPr>
            <a:lvl2pPr algn="r">
              <a:defRPr sz="2025" b="1">
                <a:solidFill>
                  <a:srgbClr val="008F8A"/>
                </a:solidFill>
                <a:latin typeface="Fira Sans"/>
                <a:ea typeface="Fira Sans"/>
                <a:cs typeface="Fira Sans"/>
              </a:defRPr>
            </a:lvl2pPr>
            <a:lvl3pPr algn="r">
              <a:defRPr sz="2025" b="1">
                <a:solidFill>
                  <a:srgbClr val="008F8A"/>
                </a:solidFill>
                <a:latin typeface="Fira Sans"/>
                <a:ea typeface="Fira Sans"/>
                <a:cs typeface="Fira Sans"/>
              </a:defRPr>
            </a:lvl3pPr>
            <a:lvl4pPr algn="r">
              <a:defRPr sz="2025" b="1">
                <a:solidFill>
                  <a:srgbClr val="008F8A"/>
                </a:solidFill>
                <a:latin typeface="Fira Sans"/>
                <a:ea typeface="Fira Sans"/>
                <a:cs typeface="Fira Sans"/>
              </a:defRPr>
            </a:lvl4pPr>
            <a:lvl5pPr algn="r">
              <a:defRPr sz="2025" b="1">
                <a:solidFill>
                  <a:srgbClr val="008F8A"/>
                </a:solidFill>
                <a:latin typeface="Fira Sans"/>
                <a:ea typeface="Fira Sans"/>
                <a:cs typeface="Fira Sans"/>
              </a:defRPr>
            </a:lvl5pPr>
            <a:lvl6pPr algn="r">
              <a:defRPr sz="2025" b="1">
                <a:solidFill>
                  <a:srgbClr val="008F8A"/>
                </a:solidFill>
                <a:latin typeface="Fira Sans"/>
                <a:ea typeface="Fira Sans"/>
                <a:cs typeface="Fira Sans"/>
              </a:defRPr>
            </a:lvl6pPr>
            <a:lvl7pPr algn="r">
              <a:defRPr sz="2025" b="1">
                <a:solidFill>
                  <a:srgbClr val="008F8A"/>
                </a:solidFill>
                <a:latin typeface="Fira Sans"/>
                <a:ea typeface="Fira Sans"/>
                <a:cs typeface="Fira Sans"/>
              </a:defRPr>
            </a:lvl7pPr>
            <a:lvl8pPr algn="r">
              <a:defRPr sz="2025" b="1">
                <a:solidFill>
                  <a:srgbClr val="008F8A"/>
                </a:solidFill>
                <a:latin typeface="Fira Sans"/>
                <a:ea typeface="Fira Sans"/>
                <a:cs typeface="Fira Sans"/>
              </a:defRPr>
            </a:lvl8pPr>
            <a:lvl9pPr algn="r">
              <a:defRPr sz="2025" b="1">
                <a:solidFill>
                  <a:srgbClr val="008F8A"/>
                </a:solidFill>
                <a:latin typeface="Fira Sans"/>
                <a:ea typeface="Fira Sans"/>
                <a:cs typeface="Fira Sans"/>
              </a:defRPr>
            </a:lvl9pPr>
          </a:lstStyle>
          <a:p xmlns:a="http://schemas.openxmlformats.org/drawingml/2006/main">
            <a:pPr algn="r">
              <a:defRPr sz="2025" b="1">
                <a:solidFill>
                  <a:srgbClr val="008F8A"/>
                </a:solidFill>
                <a:latin typeface="Fira Sans"/>
                <a:ea typeface="Fira Sans"/>
                <a:cs typeface="Fira Sans"/>
              </a:defRPr>
            </a:pPr>
            <a:r>
              <a:rPr sz="2025" b="1">
                <a:solidFill>
                  <a:srgbClr val="008F8A"/>
                </a:solidFill>
                <a:latin typeface="Fira Sans"/>
                <a:ea typeface="Fira Sans"/>
                <a:cs typeface="Fira Sans"/>
              </a:rPr>
              <a:t>6 h</a:t>
            </a:r>
          </a:p>
        </p:txBody>
      </p:sp>
      <p:sp>
        <p:nvSpPr>
          <p:cNvPr id="23" name="Distribución preliminar de la propuesta académica. Requiere ">
            <a:extLst xmlns:a="http://schemas.openxmlformats.org/drawingml/2006/main">
              <a:ext uri="{FF2B5EF4-FFF2-40B4-BE49-F238E27FC236}">
                <a16:creationId xmlns:a16="http://schemas.microsoft.com/office/drawing/2014/main" id="{5D148AEA-2151-4D6D-94D6-4F2C702FB321}"/>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B737B"/>
                </a:solidFill>
                <a:latin typeface="Fira Sans"/>
                <a:ea typeface="Fira Sans"/>
                <a:cs typeface="Fira Sans"/>
              </a:defRPr>
            </a:defPPr>
            <a:lvl1pPr algn="l">
              <a:defRPr sz="975" b="0">
                <a:solidFill>
                  <a:srgbClr val="5B737B"/>
                </a:solidFill>
                <a:latin typeface="Fira Sans"/>
                <a:ea typeface="Fira Sans"/>
                <a:cs typeface="Fira Sans"/>
              </a:defRPr>
            </a:lvl1pPr>
            <a:lvl2pPr algn="l">
              <a:defRPr sz="975" b="0">
                <a:solidFill>
                  <a:srgbClr val="5B737B"/>
                </a:solidFill>
                <a:latin typeface="Fira Sans"/>
                <a:ea typeface="Fira Sans"/>
                <a:cs typeface="Fira Sans"/>
              </a:defRPr>
            </a:lvl2pPr>
            <a:lvl3pPr algn="l">
              <a:defRPr sz="975" b="0">
                <a:solidFill>
                  <a:srgbClr val="5B737B"/>
                </a:solidFill>
                <a:latin typeface="Fira Sans"/>
                <a:ea typeface="Fira Sans"/>
                <a:cs typeface="Fira Sans"/>
              </a:defRPr>
            </a:lvl3pPr>
            <a:lvl4pPr algn="l">
              <a:defRPr sz="975" b="0">
                <a:solidFill>
                  <a:srgbClr val="5B737B"/>
                </a:solidFill>
                <a:latin typeface="Fira Sans"/>
                <a:ea typeface="Fira Sans"/>
                <a:cs typeface="Fira Sans"/>
              </a:defRPr>
            </a:lvl4pPr>
            <a:lvl5pPr algn="l">
              <a:defRPr sz="975" b="0">
                <a:solidFill>
                  <a:srgbClr val="5B737B"/>
                </a:solidFill>
                <a:latin typeface="Fira Sans"/>
                <a:ea typeface="Fira Sans"/>
                <a:cs typeface="Fira Sans"/>
              </a:defRPr>
            </a:lvl5pPr>
            <a:lvl6pPr algn="l">
              <a:defRPr sz="975" b="0">
                <a:solidFill>
                  <a:srgbClr val="5B737B"/>
                </a:solidFill>
                <a:latin typeface="Fira Sans"/>
                <a:ea typeface="Fira Sans"/>
                <a:cs typeface="Fira Sans"/>
              </a:defRPr>
            </a:lvl6pPr>
            <a:lvl7pPr algn="l">
              <a:defRPr sz="975" b="0">
                <a:solidFill>
                  <a:srgbClr val="5B737B"/>
                </a:solidFill>
                <a:latin typeface="Fira Sans"/>
                <a:ea typeface="Fira Sans"/>
                <a:cs typeface="Fira Sans"/>
              </a:defRPr>
            </a:lvl7pPr>
            <a:lvl8pPr algn="l">
              <a:defRPr sz="975" b="0">
                <a:solidFill>
                  <a:srgbClr val="5B737B"/>
                </a:solidFill>
                <a:latin typeface="Fira Sans"/>
                <a:ea typeface="Fira Sans"/>
                <a:cs typeface="Fira Sans"/>
              </a:defRPr>
            </a:lvl8pPr>
            <a:lvl9pPr algn="l">
              <a:defRPr sz="975" b="0">
                <a:solidFill>
                  <a:srgbClr val="5B737B"/>
                </a:solidFill>
                <a:latin typeface="Fira Sans"/>
                <a:ea typeface="Fira Sans"/>
                <a:cs typeface="Fira Sans"/>
              </a:defRPr>
            </a:lvl9pPr>
          </a:lstStyle>
          <a:p xmlns:a="http://schemas.openxmlformats.org/drawingml/2006/main">
            <a:pPr algn="l">
              <a:defRPr sz="975" b="0">
                <a:solidFill>
                  <a:srgbClr val="5B737B"/>
                </a:solidFill>
                <a:latin typeface="Fira Sans"/>
                <a:ea typeface="Fira Sans"/>
                <a:cs typeface="Fira Sans"/>
              </a:defRPr>
            </a:pPr>
            <a:r>
              <a:rPr sz="975" b="0">
                <a:solidFill>
                  <a:srgbClr val="5B737B"/>
                </a:solidFill>
                <a:latin typeface="Fira Sans"/>
                <a:ea typeface="Fira Sans"/>
                <a:cs typeface="Fira Sans"/>
              </a:rPr>
              <a:t>Distribución preliminar de la propuesta académica. Requiere revisión y aprobación de la UTN.</a:t>
            </a:r>
          </a:p>
        </p:txBody>
      </p:sp>
    </p:spTree>
    <p:extLst>
      <p:ext uri="{BB962C8B-B14F-4D97-AF65-F5344CB8AC3E}">
        <p14:creationId xmlns:p14="http://schemas.microsoft.com/office/powerpoint/2010/main" val="1841611266"/>
      </p:ext>
    </p:extLst>
  </p:cSld>
</p:sld>
</file>

<file path=ppt/slides/slide21.xml><?xml version="1.0" encoding="utf-8"?>
<p:sld xmlns:p="http://schemas.openxmlformats.org/presentationml/2006/main">
  <p:cSld>
    <p:bg>
      <p:bgPr>
        <a:solidFill xmlns:a="http://schemas.openxmlformats.org/drawingml/2006/main">
          <a:srgbClr val="153749"/>
        </a:solidFill>
      </p:bgPr>
    </p:bg>
    <p:spTree>
      <p:nvGrpSpPr>
        <p:cNvPr id="1" name=""/>
        <p:cNvGrpSpPr/>
        <p:nvPr/>
      </p:nvGrpSpPr>
      <p:grpSpPr>
        <a:xfrm xmlns:a="http://schemas.openxmlformats.org/drawingml/2006/main"/>
      </p:grpSpPr>
      <p:sp>
        <p:nvSpPr>
          <p:cNvPr id="15" name="Aplicación agroindustrial">
            <a:extLst xmlns:a="http://schemas.openxmlformats.org/drawingml/2006/main">
              <a:ext uri="{FF2B5EF4-FFF2-40B4-BE49-F238E27FC236}">
                <a16:creationId xmlns:a16="http://schemas.microsoft.com/office/drawing/2014/main" id="{F3721E5A-A07D-4E4F-92DF-4DB507E617CB}"/>
              </a:ext>
            </a:extLst>
          </p:cNvPr>
          <p:cNvSpPr>
            <a:spLocks xmlns:a="http://schemas.openxmlformats.org/drawingml/2006/main" noGrp="1"/>
          </p:cNvSpPr>
          <p:nvPr/>
        </p:nvSpPr>
        <p:spPr>
          <a:xfrm xmlns:a="http://schemas.openxmlformats.org/drawingml/2006/main">
            <a:off x="533400" y="6286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Fira Sans"/>
                <a:ea typeface="Fira Sans"/>
                <a:cs typeface="Fira Sans"/>
              </a:defRPr>
            </a:defPPr>
            <a:lvl1pPr algn="l">
              <a:defRPr sz="3300" b="1">
                <a:solidFill>
                  <a:srgbClr val="FFFFFF"/>
                </a:solidFill>
                <a:latin typeface="Fira Sans"/>
                <a:ea typeface="Fira Sans"/>
                <a:cs typeface="Fira Sans"/>
              </a:defRPr>
            </a:lvl1pPr>
            <a:lvl2pPr algn="l">
              <a:defRPr sz="3300" b="1">
                <a:solidFill>
                  <a:srgbClr val="FFFFFF"/>
                </a:solidFill>
                <a:latin typeface="Fira Sans"/>
                <a:ea typeface="Fira Sans"/>
                <a:cs typeface="Fira Sans"/>
              </a:defRPr>
            </a:lvl2pPr>
            <a:lvl3pPr algn="l">
              <a:defRPr sz="3300" b="1">
                <a:solidFill>
                  <a:srgbClr val="FFFFFF"/>
                </a:solidFill>
                <a:latin typeface="Fira Sans"/>
                <a:ea typeface="Fira Sans"/>
                <a:cs typeface="Fira Sans"/>
              </a:defRPr>
            </a:lvl3pPr>
            <a:lvl4pPr algn="l">
              <a:defRPr sz="3300" b="1">
                <a:solidFill>
                  <a:srgbClr val="FFFFFF"/>
                </a:solidFill>
                <a:latin typeface="Fira Sans"/>
                <a:ea typeface="Fira Sans"/>
                <a:cs typeface="Fira Sans"/>
              </a:defRPr>
            </a:lvl4pPr>
            <a:lvl5pPr algn="l">
              <a:defRPr sz="3300" b="1">
                <a:solidFill>
                  <a:srgbClr val="FFFFFF"/>
                </a:solidFill>
                <a:latin typeface="Fira Sans"/>
                <a:ea typeface="Fira Sans"/>
                <a:cs typeface="Fira Sans"/>
              </a:defRPr>
            </a:lvl5pPr>
            <a:lvl6pPr algn="l">
              <a:defRPr sz="3300" b="1">
                <a:solidFill>
                  <a:srgbClr val="FFFFFF"/>
                </a:solidFill>
                <a:latin typeface="Fira Sans"/>
                <a:ea typeface="Fira Sans"/>
                <a:cs typeface="Fira Sans"/>
              </a:defRPr>
            </a:lvl6pPr>
            <a:lvl7pPr algn="l">
              <a:defRPr sz="3300" b="1">
                <a:solidFill>
                  <a:srgbClr val="FFFFFF"/>
                </a:solidFill>
                <a:latin typeface="Fira Sans"/>
                <a:ea typeface="Fira Sans"/>
                <a:cs typeface="Fira Sans"/>
              </a:defRPr>
            </a:lvl7pPr>
            <a:lvl8pPr algn="l">
              <a:defRPr sz="3300" b="1">
                <a:solidFill>
                  <a:srgbClr val="FFFFFF"/>
                </a:solidFill>
                <a:latin typeface="Fira Sans"/>
                <a:ea typeface="Fira Sans"/>
                <a:cs typeface="Fira Sans"/>
              </a:defRPr>
            </a:lvl8pPr>
            <a:lvl9pPr algn="l">
              <a:defRPr sz="3300" b="1">
                <a:solidFill>
                  <a:srgbClr val="FFFFFF"/>
                </a:solidFill>
                <a:latin typeface="Fira Sans"/>
                <a:ea typeface="Fira Sans"/>
                <a:cs typeface="Fira Sans"/>
              </a:defRPr>
            </a:lvl9pPr>
          </a:lstStyle>
          <a:p xmlns:a="http://schemas.openxmlformats.org/drawingml/2006/main">
            <a:pPr algn="l">
              <a:defRPr sz="3300" b="1">
                <a:solidFill>
                  <a:srgbClr val="FFFFFF"/>
                </a:solidFill>
                <a:latin typeface="Fira Sans"/>
                <a:ea typeface="Fira Sans"/>
                <a:cs typeface="Fira Sans"/>
              </a:defRPr>
            </a:pPr>
            <a:r>
              <a:rPr sz="3300" b="1">
                <a:solidFill>
                  <a:srgbClr val="FFFFFF"/>
                </a:solidFill>
                <a:latin typeface="Fira Sans"/>
                <a:ea typeface="Fira Sans"/>
                <a:cs typeface="Fira Sans"/>
              </a:rPr>
              <a:t>Aplicación agroindustrial</a:t>
            </a:r>
          </a:p>
        </p:txBody>
      </p:sp>
      <p:pic>
        <p:nvPicPr>
          <p:cNvPr id="2" name="">
            <a:extLst xmlns:a="http://schemas.openxmlformats.org/drawingml/2006/main">
              <a:ext uri="{FF2B5EF4-FFF2-40B4-BE49-F238E27FC236}">
                <a16:creationId xmlns:a16="http://schemas.microsoft.com/office/drawing/2014/main" id="{C2422D8B-5239-432A-AC8D-4DAD26CA5FD9}"/>
              </a:ext>
            </a:extLst>
          </p:cNvPr>
          <p:cNvPicPr>
            <a:picLocks xmlns:a="http://schemas.openxmlformats.org/drawingml/2006/main" noChangeAspect="1"/>
          </p:cNvPicPr>
          <p:nvPr/>
        </p:nvPicPr>
        <p:blipFill>
          <a:blip xmlns:r="http://schemas.openxmlformats.org/officeDocument/2006/relationships" xmlns:a="http://schemas.openxmlformats.org/drawingml/2006/main" r:embed="R5a07651822634128"/>
          <a:stretch xmlns:a="http://schemas.openxmlformats.org/drawingml/2006/main"/>
        </p:blipFill>
        <p:spPr>
          <a:xfrm xmlns:a="http://schemas.openxmlformats.org/drawingml/2006/main">
            <a:off x="10096500" y="345217"/>
            <a:ext cx="1562100" cy="538291"/>
          </a:xfrm>
          <a:prstGeom xmlns:a="http://schemas.openxmlformats.org/drawingml/2006/main" prst="rect">
            <a:avLst/>
          </a:prstGeom>
        </p:spPr>
      </p:pic>
      <p:sp>
        <p:nvSpPr>
          <p:cNvPr id="3" name="UTN · Administración Agroindustrial">
            <a:extLst xmlns:a="http://schemas.openxmlformats.org/drawingml/2006/main">
              <a:ext uri="{FF2B5EF4-FFF2-40B4-BE49-F238E27FC236}">
                <a16:creationId xmlns:a16="http://schemas.microsoft.com/office/drawing/2014/main" id="{F7CF0128-4228-4A64-9F9E-16E6EFFC212F}"/>
              </a:ext>
            </a:extLst>
          </p:cNvPr>
          <p:cNvSpPr>
            <a:spLocks xmlns:a="http://schemas.openxmlformats.org/drawingml/2006/main" noGrp="1"/>
          </p:cNvSpPr>
          <p:nvPr/>
        </p:nvSpPr>
        <p:spPr>
          <a:xfrm xmlns:a="http://schemas.openxmlformats.org/drawingml/2006/main">
            <a:off x="533400" y="645795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2D7"/>
                </a:solidFill>
                <a:latin typeface="Fira Sans"/>
                <a:ea typeface="Fira Sans"/>
                <a:cs typeface="Fira Sans"/>
              </a:defRPr>
            </a:defPPr>
            <a:lvl1pPr algn="l">
              <a:defRPr sz="975" b="0">
                <a:solidFill>
                  <a:srgbClr val="BED2D7"/>
                </a:solidFill>
                <a:latin typeface="Fira Sans"/>
                <a:ea typeface="Fira Sans"/>
                <a:cs typeface="Fira Sans"/>
              </a:defRPr>
            </a:lvl1pPr>
            <a:lvl2pPr algn="l">
              <a:defRPr sz="975" b="0">
                <a:solidFill>
                  <a:srgbClr val="BED2D7"/>
                </a:solidFill>
                <a:latin typeface="Fira Sans"/>
                <a:ea typeface="Fira Sans"/>
                <a:cs typeface="Fira Sans"/>
              </a:defRPr>
            </a:lvl2pPr>
            <a:lvl3pPr algn="l">
              <a:defRPr sz="975" b="0">
                <a:solidFill>
                  <a:srgbClr val="BED2D7"/>
                </a:solidFill>
                <a:latin typeface="Fira Sans"/>
                <a:ea typeface="Fira Sans"/>
                <a:cs typeface="Fira Sans"/>
              </a:defRPr>
            </a:lvl3pPr>
            <a:lvl4pPr algn="l">
              <a:defRPr sz="975" b="0">
                <a:solidFill>
                  <a:srgbClr val="BED2D7"/>
                </a:solidFill>
                <a:latin typeface="Fira Sans"/>
                <a:ea typeface="Fira Sans"/>
                <a:cs typeface="Fira Sans"/>
              </a:defRPr>
            </a:lvl4pPr>
            <a:lvl5pPr algn="l">
              <a:defRPr sz="975" b="0">
                <a:solidFill>
                  <a:srgbClr val="BED2D7"/>
                </a:solidFill>
                <a:latin typeface="Fira Sans"/>
                <a:ea typeface="Fira Sans"/>
                <a:cs typeface="Fira Sans"/>
              </a:defRPr>
            </a:lvl5pPr>
            <a:lvl6pPr algn="l">
              <a:defRPr sz="975" b="0">
                <a:solidFill>
                  <a:srgbClr val="BED2D7"/>
                </a:solidFill>
                <a:latin typeface="Fira Sans"/>
                <a:ea typeface="Fira Sans"/>
                <a:cs typeface="Fira Sans"/>
              </a:defRPr>
            </a:lvl6pPr>
            <a:lvl7pPr algn="l">
              <a:defRPr sz="975" b="0">
                <a:solidFill>
                  <a:srgbClr val="BED2D7"/>
                </a:solidFill>
                <a:latin typeface="Fira Sans"/>
                <a:ea typeface="Fira Sans"/>
                <a:cs typeface="Fira Sans"/>
              </a:defRPr>
            </a:lvl7pPr>
            <a:lvl8pPr algn="l">
              <a:defRPr sz="975" b="0">
                <a:solidFill>
                  <a:srgbClr val="BED2D7"/>
                </a:solidFill>
                <a:latin typeface="Fira Sans"/>
                <a:ea typeface="Fira Sans"/>
                <a:cs typeface="Fira Sans"/>
              </a:defRPr>
            </a:lvl8pPr>
            <a:lvl9pPr algn="l">
              <a:defRPr sz="975" b="0">
                <a:solidFill>
                  <a:srgbClr val="BED2D7"/>
                </a:solidFill>
                <a:latin typeface="Fira Sans"/>
                <a:ea typeface="Fira Sans"/>
                <a:cs typeface="Fira Sans"/>
              </a:defRPr>
            </a:lvl9pPr>
          </a:lstStyle>
          <a:p xmlns:a="http://schemas.openxmlformats.org/drawingml/2006/main">
            <a:pPr algn="l">
              <a:defRPr sz="975" b="0">
                <a:solidFill>
                  <a:srgbClr val="BED2D7"/>
                </a:solidFill>
                <a:latin typeface="Fira Sans"/>
                <a:ea typeface="Fira Sans"/>
                <a:cs typeface="Fira Sans"/>
              </a:defRPr>
            </a:pPr>
            <a:r>
              <a:rPr sz="975" b="0">
                <a:solidFill>
                  <a:srgbClr val="BED2D7"/>
                </a:solidFill>
                <a:latin typeface="Fira Sans"/>
                <a:ea typeface="Fira Sans"/>
                <a:cs typeface="Fira Sans"/>
              </a:rPr>
              <a:t>UTN · Administración Agroindustrial</a:t>
            </a:r>
          </a:p>
        </p:txBody>
      </p:sp>
      <p:sp>
        <p:nvSpPr>
          <p:cNvPr id="4" name="21">
            <a:extLst xmlns:a="http://schemas.openxmlformats.org/drawingml/2006/main">
              <a:ext uri="{FF2B5EF4-FFF2-40B4-BE49-F238E27FC236}">
                <a16:creationId xmlns:a16="http://schemas.microsoft.com/office/drawing/2014/main" id="{2B676810-121F-48A2-96F3-5BCCD290345D}"/>
              </a:ext>
            </a:extLst>
          </p:cNvPr>
          <p:cNvSpPr>
            <a:spLocks xmlns:a="http://schemas.openxmlformats.org/drawingml/2006/main" noGrp="1"/>
          </p:cNvSpPr>
          <p:nvPr/>
        </p:nvSpPr>
        <p:spPr>
          <a:xfrm xmlns:a="http://schemas.openxmlformats.org/drawingml/2006/main">
            <a:off x="11201400" y="6400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8FD5CA"/>
                </a:solidFill>
                <a:latin typeface="Fira Sans"/>
                <a:ea typeface="Fira Sans"/>
                <a:cs typeface="Fira Sans"/>
              </a:defRPr>
            </a:defPPr>
            <a:lvl1pPr algn="l">
              <a:defRPr sz="1500" b="1">
                <a:solidFill>
                  <a:srgbClr val="8FD5CA"/>
                </a:solidFill>
                <a:latin typeface="Fira Sans"/>
                <a:ea typeface="Fira Sans"/>
                <a:cs typeface="Fira Sans"/>
              </a:defRPr>
            </a:lvl1pPr>
            <a:lvl2pPr algn="l">
              <a:defRPr sz="1500" b="1">
                <a:solidFill>
                  <a:srgbClr val="8FD5CA"/>
                </a:solidFill>
                <a:latin typeface="Fira Sans"/>
                <a:ea typeface="Fira Sans"/>
                <a:cs typeface="Fira Sans"/>
              </a:defRPr>
            </a:lvl2pPr>
            <a:lvl3pPr algn="l">
              <a:defRPr sz="1500" b="1">
                <a:solidFill>
                  <a:srgbClr val="8FD5CA"/>
                </a:solidFill>
                <a:latin typeface="Fira Sans"/>
                <a:ea typeface="Fira Sans"/>
                <a:cs typeface="Fira Sans"/>
              </a:defRPr>
            </a:lvl3pPr>
            <a:lvl4pPr algn="l">
              <a:defRPr sz="1500" b="1">
                <a:solidFill>
                  <a:srgbClr val="8FD5CA"/>
                </a:solidFill>
                <a:latin typeface="Fira Sans"/>
                <a:ea typeface="Fira Sans"/>
                <a:cs typeface="Fira Sans"/>
              </a:defRPr>
            </a:lvl4pPr>
            <a:lvl5pPr algn="l">
              <a:defRPr sz="1500" b="1">
                <a:solidFill>
                  <a:srgbClr val="8FD5CA"/>
                </a:solidFill>
                <a:latin typeface="Fira Sans"/>
                <a:ea typeface="Fira Sans"/>
                <a:cs typeface="Fira Sans"/>
              </a:defRPr>
            </a:lvl5pPr>
            <a:lvl6pPr algn="l">
              <a:defRPr sz="1500" b="1">
                <a:solidFill>
                  <a:srgbClr val="8FD5CA"/>
                </a:solidFill>
                <a:latin typeface="Fira Sans"/>
                <a:ea typeface="Fira Sans"/>
                <a:cs typeface="Fira Sans"/>
              </a:defRPr>
            </a:lvl6pPr>
            <a:lvl7pPr algn="l">
              <a:defRPr sz="1500" b="1">
                <a:solidFill>
                  <a:srgbClr val="8FD5CA"/>
                </a:solidFill>
                <a:latin typeface="Fira Sans"/>
                <a:ea typeface="Fira Sans"/>
                <a:cs typeface="Fira Sans"/>
              </a:defRPr>
            </a:lvl7pPr>
            <a:lvl8pPr algn="l">
              <a:defRPr sz="1500" b="1">
                <a:solidFill>
                  <a:srgbClr val="8FD5CA"/>
                </a:solidFill>
                <a:latin typeface="Fira Sans"/>
                <a:ea typeface="Fira Sans"/>
                <a:cs typeface="Fira Sans"/>
              </a:defRPr>
            </a:lvl8pPr>
            <a:lvl9pPr algn="l">
              <a:defRPr sz="1500" b="1">
                <a:solidFill>
                  <a:srgbClr val="8FD5CA"/>
                </a:solidFill>
                <a:latin typeface="Fira Sans"/>
                <a:ea typeface="Fira Sans"/>
                <a:cs typeface="Fira Sans"/>
              </a:defRPr>
            </a:lvl9pPr>
          </a:lstStyle>
          <a:p xmlns:a="http://schemas.openxmlformats.org/drawingml/2006/main">
            <a:pPr algn="l">
              <a:defRPr sz="1500" b="1">
                <a:solidFill>
                  <a:srgbClr val="8FD5CA"/>
                </a:solidFill>
                <a:latin typeface="Fira Sans"/>
                <a:ea typeface="Fira Sans"/>
                <a:cs typeface="Fira Sans"/>
              </a:defRPr>
            </a:pPr>
            <a:r>
              <a:rPr sz="1500" b="1">
                <a:solidFill>
                  <a:srgbClr val="8FD5CA"/>
                </a:solidFill>
                <a:latin typeface="Fira Sans"/>
                <a:ea typeface="Fira Sans"/>
                <a:cs typeface="Fira Sans"/>
              </a:rPr>
              <a:t>21</a:t>
            </a:r>
          </a:p>
        </p:txBody>
      </p:sp>
      <p:sp>
        <p:nvSpPr>
          <p:cNvPr id="5" name="¿Qué decisión necesita&#10;un mapa?">
            <a:extLst xmlns:a="http://schemas.openxmlformats.org/drawingml/2006/main">
              <a:ext uri="{FF2B5EF4-FFF2-40B4-BE49-F238E27FC236}">
                <a16:creationId xmlns:a16="http://schemas.microsoft.com/office/drawing/2014/main" id="{DDF45F9E-ED02-458F-99A8-5F7A2725FC9D}"/>
              </a:ext>
            </a:extLst>
          </p:cNvPr>
          <p:cNvSpPr>
            <a:spLocks xmlns:a="http://schemas.openxmlformats.org/drawingml/2006/main" noGrp="1"/>
          </p:cNvSpPr>
          <p:nvPr/>
        </p:nvSpPr>
        <p:spPr>
          <a:xfrm xmlns:a="http://schemas.openxmlformats.org/drawingml/2006/main">
            <a:off x="533400" y="1990725"/>
            <a:ext cx="10858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FFFFFF"/>
                </a:solidFill>
                <a:latin typeface="Fira Sans"/>
                <a:ea typeface="Fira Sans"/>
                <a:cs typeface="Fira Sans"/>
              </a:defRPr>
            </a:defPPr>
            <a:lvl1pPr algn="l">
              <a:defRPr sz="4875" b="1">
                <a:solidFill>
                  <a:srgbClr val="FFFFFF"/>
                </a:solidFill>
                <a:latin typeface="Fira Sans"/>
                <a:ea typeface="Fira Sans"/>
                <a:cs typeface="Fira Sans"/>
              </a:defRPr>
            </a:lvl1pPr>
            <a:lvl2pPr algn="l">
              <a:defRPr sz="4875" b="1">
                <a:solidFill>
                  <a:srgbClr val="FFFFFF"/>
                </a:solidFill>
                <a:latin typeface="Fira Sans"/>
                <a:ea typeface="Fira Sans"/>
                <a:cs typeface="Fira Sans"/>
              </a:defRPr>
            </a:lvl2pPr>
            <a:lvl3pPr algn="l">
              <a:defRPr sz="4875" b="1">
                <a:solidFill>
                  <a:srgbClr val="FFFFFF"/>
                </a:solidFill>
                <a:latin typeface="Fira Sans"/>
                <a:ea typeface="Fira Sans"/>
                <a:cs typeface="Fira Sans"/>
              </a:defRPr>
            </a:lvl3pPr>
            <a:lvl4pPr algn="l">
              <a:defRPr sz="4875" b="1">
                <a:solidFill>
                  <a:srgbClr val="FFFFFF"/>
                </a:solidFill>
                <a:latin typeface="Fira Sans"/>
                <a:ea typeface="Fira Sans"/>
                <a:cs typeface="Fira Sans"/>
              </a:defRPr>
            </a:lvl4pPr>
            <a:lvl5pPr algn="l">
              <a:defRPr sz="4875" b="1">
                <a:solidFill>
                  <a:srgbClr val="FFFFFF"/>
                </a:solidFill>
                <a:latin typeface="Fira Sans"/>
                <a:ea typeface="Fira Sans"/>
                <a:cs typeface="Fira Sans"/>
              </a:defRPr>
            </a:lvl5pPr>
            <a:lvl6pPr algn="l">
              <a:defRPr sz="4875" b="1">
                <a:solidFill>
                  <a:srgbClr val="FFFFFF"/>
                </a:solidFill>
                <a:latin typeface="Fira Sans"/>
                <a:ea typeface="Fira Sans"/>
                <a:cs typeface="Fira Sans"/>
              </a:defRPr>
            </a:lvl6pPr>
            <a:lvl7pPr algn="l">
              <a:defRPr sz="4875" b="1">
                <a:solidFill>
                  <a:srgbClr val="FFFFFF"/>
                </a:solidFill>
                <a:latin typeface="Fira Sans"/>
                <a:ea typeface="Fira Sans"/>
                <a:cs typeface="Fira Sans"/>
              </a:defRPr>
            </a:lvl7pPr>
            <a:lvl8pPr algn="l">
              <a:defRPr sz="4875" b="1">
                <a:solidFill>
                  <a:srgbClr val="FFFFFF"/>
                </a:solidFill>
                <a:latin typeface="Fira Sans"/>
                <a:ea typeface="Fira Sans"/>
                <a:cs typeface="Fira Sans"/>
              </a:defRPr>
            </a:lvl8pPr>
            <a:lvl9pPr algn="l">
              <a:defRPr sz="4875" b="1">
                <a:solidFill>
                  <a:srgbClr val="FFFFFF"/>
                </a:solidFill>
                <a:latin typeface="Fira Sans"/>
                <a:ea typeface="Fira Sans"/>
                <a:cs typeface="Fira Sans"/>
              </a:defRPr>
            </a:lvl9pPr>
          </a:lstStyle>
          <a:p xmlns:a="http://schemas.openxmlformats.org/drawingml/2006/main">
            <a:pPr algn="l">
              <a:defRPr sz="4875" b="1">
                <a:solidFill>
                  <a:srgbClr val="FFFFFF"/>
                </a:solidFill>
                <a:latin typeface="Fira Sans"/>
                <a:ea typeface="Fira Sans"/>
                <a:cs typeface="Fira Sans"/>
              </a:defRPr>
            </a:pPr>
            <a:r>
              <a:rPr sz="4875" b="1">
                <a:solidFill>
                  <a:srgbClr val="FFFFFF"/>
                </a:solidFill>
                <a:latin typeface="Fira Sans"/>
                <a:ea typeface="Fira Sans"/>
                <a:cs typeface="Fira Sans"/>
              </a:rPr>
              <a:t>¿Qué decisión necesita</a:t>
            </a:r>
          </a:p>
          <a:p xmlns:a="http://schemas.openxmlformats.org/drawingml/2006/main">
            <a:pPr algn="l">
              <a:defRPr sz="4875" b="1">
                <a:solidFill>
                  <a:srgbClr val="FFFFFF"/>
                </a:solidFill>
                <a:latin typeface="Fira Sans"/>
                <a:ea typeface="Fira Sans"/>
                <a:cs typeface="Fira Sans"/>
              </a:defRPr>
            </a:pPr>
            <a:r>
              <a:rPr sz="4875" b="1">
                <a:solidFill>
                  <a:srgbClr val="FFFFFF"/>
                </a:solidFill>
                <a:latin typeface="Fira Sans"/>
                <a:ea typeface="Fira Sans"/>
                <a:cs typeface="Fira Sans"/>
              </a:rPr>
              <a:t>un mapa?</a:t>
            </a:r>
          </a:p>
        </p:txBody>
      </p:sp>
      <p:sp>
        <p:nvSpPr>
          <p:cNvPr id="6" name="">
            <a:extLst xmlns:a="http://schemas.openxmlformats.org/drawingml/2006/main">
              <a:ext uri="{FF2B5EF4-FFF2-40B4-BE49-F238E27FC236}">
                <a16:creationId xmlns:a16="http://schemas.microsoft.com/office/drawing/2014/main" id="{92AB3668-9F38-4BA9-A542-1104E0BC154F}"/>
              </a:ext>
            </a:extLst>
          </p:cNvPr>
          <p:cNvSpPr>
            <a:spLocks xmlns:a="http://schemas.openxmlformats.org/drawingml/2006/main" noGrp="1"/>
          </p:cNvSpPr>
          <p:nvPr/>
        </p:nvSpPr>
        <p:spPr>
          <a:xfrm xmlns:a="http://schemas.openxmlformats.org/drawingml/2006/main">
            <a:off x="533400" y="4038600"/>
            <a:ext cx="11125200" cy="9525"/>
          </a:xfrm>
          <a:custGeom xmlns:a="http://schemas.openxmlformats.org/drawingml/2006/main">
            <a:pathLst>
              <a:path w="11125200" h="9525">
                <a:moveTo>
                  <a:pt x="0" y="0"/>
                </a:moveTo>
                <a:lnTo>
                  <a:pt x="11125200" y="0"/>
                </a:lnTo>
              </a:path>
            </a:pathLst>
          </a:custGeom>
          <a:noFill xmlns:a="http://schemas.openxmlformats.org/drawingml/2006/main"/>
          <a:ln xmlns:a="http://schemas.openxmlformats.org/drawingml/2006/main" w="19050">
            <a:solidFill>
              <a:srgbClr val="8FD5CA"/>
            </a:solidFill>
            <a:prstDash val="solid"/>
          </a:ln>
        </p:spPr>
      </p:sp>
      <p:sp>
        <p:nvSpPr>
          <p:cNvPr id="7" name="Problema">
            <a:extLst xmlns:a="http://schemas.openxmlformats.org/drawingml/2006/main">
              <a:ext uri="{FF2B5EF4-FFF2-40B4-BE49-F238E27FC236}">
                <a16:creationId xmlns:a16="http://schemas.microsoft.com/office/drawing/2014/main" id="{A3E52040-7166-457B-B529-110A66E00B22}"/>
              </a:ext>
            </a:extLst>
          </p:cNvPr>
          <p:cNvSpPr>
            <a:spLocks xmlns:a="http://schemas.openxmlformats.org/drawingml/2006/main" noGrp="1"/>
          </p:cNvSpPr>
          <p:nvPr/>
        </p:nvSpPr>
        <p:spPr>
          <a:xfrm xmlns:a="http://schemas.openxmlformats.org/drawingml/2006/main">
            <a:off x="533400" y="4533900"/>
            <a:ext cx="2524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8FD5CA"/>
                </a:solidFill>
                <a:latin typeface="Fira Sans"/>
                <a:ea typeface="Fira Sans"/>
                <a:cs typeface="Fira Sans"/>
              </a:defRPr>
            </a:defPPr>
            <a:lvl1pPr algn="l">
              <a:defRPr sz="2100" b="1">
                <a:solidFill>
                  <a:srgbClr val="8FD5CA"/>
                </a:solidFill>
                <a:latin typeface="Fira Sans"/>
                <a:ea typeface="Fira Sans"/>
                <a:cs typeface="Fira Sans"/>
              </a:defRPr>
            </a:lvl1pPr>
            <a:lvl2pPr algn="l">
              <a:defRPr sz="2100" b="1">
                <a:solidFill>
                  <a:srgbClr val="8FD5CA"/>
                </a:solidFill>
                <a:latin typeface="Fira Sans"/>
                <a:ea typeface="Fira Sans"/>
                <a:cs typeface="Fira Sans"/>
              </a:defRPr>
            </a:lvl2pPr>
            <a:lvl3pPr algn="l">
              <a:defRPr sz="2100" b="1">
                <a:solidFill>
                  <a:srgbClr val="8FD5CA"/>
                </a:solidFill>
                <a:latin typeface="Fira Sans"/>
                <a:ea typeface="Fira Sans"/>
                <a:cs typeface="Fira Sans"/>
              </a:defRPr>
            </a:lvl3pPr>
            <a:lvl4pPr algn="l">
              <a:defRPr sz="2100" b="1">
                <a:solidFill>
                  <a:srgbClr val="8FD5CA"/>
                </a:solidFill>
                <a:latin typeface="Fira Sans"/>
                <a:ea typeface="Fira Sans"/>
                <a:cs typeface="Fira Sans"/>
              </a:defRPr>
            </a:lvl4pPr>
            <a:lvl5pPr algn="l">
              <a:defRPr sz="2100" b="1">
                <a:solidFill>
                  <a:srgbClr val="8FD5CA"/>
                </a:solidFill>
                <a:latin typeface="Fira Sans"/>
                <a:ea typeface="Fira Sans"/>
                <a:cs typeface="Fira Sans"/>
              </a:defRPr>
            </a:lvl5pPr>
            <a:lvl6pPr algn="l">
              <a:defRPr sz="2100" b="1">
                <a:solidFill>
                  <a:srgbClr val="8FD5CA"/>
                </a:solidFill>
                <a:latin typeface="Fira Sans"/>
                <a:ea typeface="Fira Sans"/>
                <a:cs typeface="Fira Sans"/>
              </a:defRPr>
            </a:lvl6pPr>
            <a:lvl7pPr algn="l">
              <a:defRPr sz="2100" b="1">
                <a:solidFill>
                  <a:srgbClr val="8FD5CA"/>
                </a:solidFill>
                <a:latin typeface="Fira Sans"/>
                <a:ea typeface="Fira Sans"/>
                <a:cs typeface="Fira Sans"/>
              </a:defRPr>
            </a:lvl7pPr>
            <a:lvl8pPr algn="l">
              <a:defRPr sz="2100" b="1">
                <a:solidFill>
                  <a:srgbClr val="8FD5CA"/>
                </a:solidFill>
                <a:latin typeface="Fira Sans"/>
                <a:ea typeface="Fira Sans"/>
                <a:cs typeface="Fira Sans"/>
              </a:defRPr>
            </a:lvl8pPr>
            <a:lvl9pPr algn="l">
              <a:defRPr sz="2100" b="1">
                <a:solidFill>
                  <a:srgbClr val="8FD5CA"/>
                </a:solidFill>
                <a:latin typeface="Fira Sans"/>
                <a:ea typeface="Fira Sans"/>
                <a:cs typeface="Fira Sans"/>
              </a:defRPr>
            </a:lvl9pPr>
          </a:lstStyle>
          <a:p xmlns:a="http://schemas.openxmlformats.org/drawingml/2006/main">
            <a:pPr algn="l">
              <a:defRPr sz="2100" b="1">
                <a:solidFill>
                  <a:srgbClr val="8FD5CA"/>
                </a:solidFill>
                <a:latin typeface="Fira Sans"/>
                <a:ea typeface="Fira Sans"/>
                <a:cs typeface="Fira Sans"/>
              </a:defRPr>
            </a:pPr>
            <a:r>
              <a:rPr sz="2100" b="1">
                <a:solidFill>
                  <a:srgbClr val="8FD5CA"/>
                </a:solidFill>
                <a:latin typeface="Fira Sans"/>
                <a:ea typeface="Fira Sans"/>
                <a:cs typeface="Fira Sans"/>
              </a:rPr>
              <a:t>Problema</a:t>
            </a:r>
          </a:p>
        </p:txBody>
      </p:sp>
      <p:sp>
        <p:nvSpPr>
          <p:cNvPr id="8" name="Necesidad concreta">
            <a:extLst xmlns:a="http://schemas.openxmlformats.org/drawingml/2006/main">
              <a:ext uri="{FF2B5EF4-FFF2-40B4-BE49-F238E27FC236}">
                <a16:creationId xmlns:a16="http://schemas.microsoft.com/office/drawing/2014/main" id="{5E5F48F2-F4F5-44D5-9DA6-9A3DC039B23E}"/>
              </a:ext>
            </a:extLst>
          </p:cNvPr>
          <p:cNvSpPr>
            <a:spLocks xmlns:a="http://schemas.openxmlformats.org/drawingml/2006/main" noGrp="1"/>
          </p:cNvSpPr>
          <p:nvPr/>
        </p:nvSpPr>
        <p:spPr>
          <a:xfrm xmlns:a="http://schemas.openxmlformats.org/drawingml/2006/main">
            <a:off x="533400" y="5124450"/>
            <a:ext cx="2524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Fira Sans"/>
                <a:ea typeface="Fira Sans"/>
                <a:cs typeface="Fira Sans"/>
              </a:defRPr>
            </a:defPPr>
            <a:lvl1pPr algn="l">
              <a:defRPr sz="1725" b="0">
                <a:solidFill>
                  <a:srgbClr val="FFFFFF"/>
                </a:solidFill>
                <a:latin typeface="Fira Sans"/>
                <a:ea typeface="Fira Sans"/>
                <a:cs typeface="Fira Sans"/>
              </a:defRPr>
            </a:lvl1pPr>
            <a:lvl2pPr algn="l">
              <a:defRPr sz="1725" b="0">
                <a:solidFill>
                  <a:srgbClr val="FFFFFF"/>
                </a:solidFill>
                <a:latin typeface="Fira Sans"/>
                <a:ea typeface="Fira Sans"/>
                <a:cs typeface="Fira Sans"/>
              </a:defRPr>
            </a:lvl2pPr>
            <a:lvl3pPr algn="l">
              <a:defRPr sz="1725" b="0">
                <a:solidFill>
                  <a:srgbClr val="FFFFFF"/>
                </a:solidFill>
                <a:latin typeface="Fira Sans"/>
                <a:ea typeface="Fira Sans"/>
                <a:cs typeface="Fira Sans"/>
              </a:defRPr>
            </a:lvl3pPr>
            <a:lvl4pPr algn="l">
              <a:defRPr sz="1725" b="0">
                <a:solidFill>
                  <a:srgbClr val="FFFFFF"/>
                </a:solidFill>
                <a:latin typeface="Fira Sans"/>
                <a:ea typeface="Fira Sans"/>
                <a:cs typeface="Fira Sans"/>
              </a:defRPr>
            </a:lvl4pPr>
            <a:lvl5pPr algn="l">
              <a:defRPr sz="1725" b="0">
                <a:solidFill>
                  <a:srgbClr val="FFFFFF"/>
                </a:solidFill>
                <a:latin typeface="Fira Sans"/>
                <a:ea typeface="Fira Sans"/>
                <a:cs typeface="Fira Sans"/>
              </a:defRPr>
            </a:lvl5pPr>
            <a:lvl6pPr algn="l">
              <a:defRPr sz="1725" b="0">
                <a:solidFill>
                  <a:srgbClr val="FFFFFF"/>
                </a:solidFill>
                <a:latin typeface="Fira Sans"/>
                <a:ea typeface="Fira Sans"/>
                <a:cs typeface="Fira Sans"/>
              </a:defRPr>
            </a:lvl6pPr>
            <a:lvl7pPr algn="l">
              <a:defRPr sz="1725" b="0">
                <a:solidFill>
                  <a:srgbClr val="FFFFFF"/>
                </a:solidFill>
                <a:latin typeface="Fira Sans"/>
                <a:ea typeface="Fira Sans"/>
                <a:cs typeface="Fira Sans"/>
              </a:defRPr>
            </a:lvl7pPr>
            <a:lvl8pPr algn="l">
              <a:defRPr sz="1725" b="0">
                <a:solidFill>
                  <a:srgbClr val="FFFFFF"/>
                </a:solidFill>
                <a:latin typeface="Fira Sans"/>
                <a:ea typeface="Fira Sans"/>
                <a:cs typeface="Fira Sans"/>
              </a:defRPr>
            </a:lvl8pPr>
            <a:lvl9pPr algn="l">
              <a:defRPr sz="1725" b="0">
                <a:solidFill>
                  <a:srgbClr val="FFFFFF"/>
                </a:solidFill>
                <a:latin typeface="Fira Sans"/>
                <a:ea typeface="Fira Sans"/>
                <a:cs typeface="Fira Sans"/>
              </a:defRPr>
            </a:lvl9pPr>
          </a:lstStyle>
          <a:p xmlns:a="http://schemas.openxmlformats.org/drawingml/2006/main">
            <a:pPr algn="l">
              <a:defRPr sz="1725" b="0">
                <a:solidFill>
                  <a:srgbClr val="FFFFFF"/>
                </a:solidFill>
                <a:latin typeface="Fira Sans"/>
                <a:ea typeface="Fira Sans"/>
                <a:cs typeface="Fira Sans"/>
              </a:defRPr>
            </a:pPr>
            <a:r>
              <a:rPr sz="1725" b="0">
                <a:solidFill>
                  <a:srgbClr val="FFFFFF"/>
                </a:solidFill>
                <a:latin typeface="Fira Sans"/>
                <a:ea typeface="Fira Sans"/>
                <a:cs typeface="Fira Sans"/>
              </a:rPr>
              <a:t>Necesidad concreta</a:t>
            </a:r>
          </a:p>
        </p:txBody>
      </p:sp>
      <p:sp>
        <p:nvSpPr>
          <p:cNvPr id="9" name="Producto">
            <a:extLst xmlns:a="http://schemas.openxmlformats.org/drawingml/2006/main">
              <a:ext uri="{FF2B5EF4-FFF2-40B4-BE49-F238E27FC236}">
                <a16:creationId xmlns:a16="http://schemas.microsoft.com/office/drawing/2014/main" id="{745E19D2-7B21-47E4-A1E5-11008A1CAFA3}"/>
              </a:ext>
            </a:extLst>
          </p:cNvPr>
          <p:cNvSpPr>
            <a:spLocks xmlns:a="http://schemas.openxmlformats.org/drawingml/2006/main" noGrp="1"/>
          </p:cNvSpPr>
          <p:nvPr/>
        </p:nvSpPr>
        <p:spPr>
          <a:xfrm xmlns:a="http://schemas.openxmlformats.org/drawingml/2006/main">
            <a:off x="3429000" y="4533900"/>
            <a:ext cx="2524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8FD5CA"/>
                </a:solidFill>
                <a:latin typeface="Fira Sans"/>
                <a:ea typeface="Fira Sans"/>
                <a:cs typeface="Fira Sans"/>
              </a:defRPr>
            </a:defPPr>
            <a:lvl1pPr algn="l">
              <a:defRPr sz="2100" b="1">
                <a:solidFill>
                  <a:srgbClr val="8FD5CA"/>
                </a:solidFill>
                <a:latin typeface="Fira Sans"/>
                <a:ea typeface="Fira Sans"/>
                <a:cs typeface="Fira Sans"/>
              </a:defRPr>
            </a:lvl1pPr>
            <a:lvl2pPr algn="l">
              <a:defRPr sz="2100" b="1">
                <a:solidFill>
                  <a:srgbClr val="8FD5CA"/>
                </a:solidFill>
                <a:latin typeface="Fira Sans"/>
                <a:ea typeface="Fira Sans"/>
                <a:cs typeface="Fira Sans"/>
              </a:defRPr>
            </a:lvl2pPr>
            <a:lvl3pPr algn="l">
              <a:defRPr sz="2100" b="1">
                <a:solidFill>
                  <a:srgbClr val="8FD5CA"/>
                </a:solidFill>
                <a:latin typeface="Fira Sans"/>
                <a:ea typeface="Fira Sans"/>
                <a:cs typeface="Fira Sans"/>
              </a:defRPr>
            </a:lvl3pPr>
            <a:lvl4pPr algn="l">
              <a:defRPr sz="2100" b="1">
                <a:solidFill>
                  <a:srgbClr val="8FD5CA"/>
                </a:solidFill>
                <a:latin typeface="Fira Sans"/>
                <a:ea typeface="Fira Sans"/>
                <a:cs typeface="Fira Sans"/>
              </a:defRPr>
            </a:lvl4pPr>
            <a:lvl5pPr algn="l">
              <a:defRPr sz="2100" b="1">
                <a:solidFill>
                  <a:srgbClr val="8FD5CA"/>
                </a:solidFill>
                <a:latin typeface="Fira Sans"/>
                <a:ea typeface="Fira Sans"/>
                <a:cs typeface="Fira Sans"/>
              </a:defRPr>
            </a:lvl5pPr>
            <a:lvl6pPr algn="l">
              <a:defRPr sz="2100" b="1">
                <a:solidFill>
                  <a:srgbClr val="8FD5CA"/>
                </a:solidFill>
                <a:latin typeface="Fira Sans"/>
                <a:ea typeface="Fira Sans"/>
                <a:cs typeface="Fira Sans"/>
              </a:defRPr>
            </a:lvl6pPr>
            <a:lvl7pPr algn="l">
              <a:defRPr sz="2100" b="1">
                <a:solidFill>
                  <a:srgbClr val="8FD5CA"/>
                </a:solidFill>
                <a:latin typeface="Fira Sans"/>
                <a:ea typeface="Fira Sans"/>
                <a:cs typeface="Fira Sans"/>
              </a:defRPr>
            </a:lvl7pPr>
            <a:lvl8pPr algn="l">
              <a:defRPr sz="2100" b="1">
                <a:solidFill>
                  <a:srgbClr val="8FD5CA"/>
                </a:solidFill>
                <a:latin typeface="Fira Sans"/>
                <a:ea typeface="Fira Sans"/>
                <a:cs typeface="Fira Sans"/>
              </a:defRPr>
            </a:lvl8pPr>
            <a:lvl9pPr algn="l">
              <a:defRPr sz="2100" b="1">
                <a:solidFill>
                  <a:srgbClr val="8FD5CA"/>
                </a:solidFill>
                <a:latin typeface="Fira Sans"/>
                <a:ea typeface="Fira Sans"/>
                <a:cs typeface="Fira Sans"/>
              </a:defRPr>
            </a:lvl9pPr>
          </a:lstStyle>
          <a:p xmlns:a="http://schemas.openxmlformats.org/drawingml/2006/main">
            <a:pPr algn="l">
              <a:defRPr sz="2100" b="1">
                <a:solidFill>
                  <a:srgbClr val="8FD5CA"/>
                </a:solidFill>
                <a:latin typeface="Fira Sans"/>
                <a:ea typeface="Fira Sans"/>
                <a:cs typeface="Fira Sans"/>
              </a:defRPr>
            </a:pPr>
            <a:r>
              <a:rPr sz="2100" b="1">
                <a:solidFill>
                  <a:srgbClr val="8FD5CA"/>
                </a:solidFill>
                <a:latin typeface="Fira Sans"/>
                <a:ea typeface="Fira Sans"/>
                <a:cs typeface="Fira Sans"/>
              </a:rPr>
              <a:t>Producto</a:t>
            </a:r>
          </a:p>
        </p:txBody>
      </p:sp>
      <p:sp>
        <p:nvSpPr>
          <p:cNvPr id="10" name="Información requerida">
            <a:extLst xmlns:a="http://schemas.openxmlformats.org/drawingml/2006/main">
              <a:ext uri="{FF2B5EF4-FFF2-40B4-BE49-F238E27FC236}">
                <a16:creationId xmlns:a16="http://schemas.microsoft.com/office/drawing/2014/main" id="{5763D540-B716-4747-9AA1-8562ADED5092}"/>
              </a:ext>
            </a:extLst>
          </p:cNvPr>
          <p:cNvSpPr>
            <a:spLocks xmlns:a="http://schemas.openxmlformats.org/drawingml/2006/main" noGrp="1"/>
          </p:cNvSpPr>
          <p:nvPr/>
        </p:nvSpPr>
        <p:spPr>
          <a:xfrm xmlns:a="http://schemas.openxmlformats.org/drawingml/2006/main">
            <a:off x="3429000" y="5124450"/>
            <a:ext cx="2524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Fira Sans"/>
                <a:ea typeface="Fira Sans"/>
                <a:cs typeface="Fira Sans"/>
              </a:defRPr>
            </a:defPPr>
            <a:lvl1pPr algn="l">
              <a:defRPr sz="1725" b="0">
                <a:solidFill>
                  <a:srgbClr val="FFFFFF"/>
                </a:solidFill>
                <a:latin typeface="Fira Sans"/>
                <a:ea typeface="Fira Sans"/>
                <a:cs typeface="Fira Sans"/>
              </a:defRPr>
            </a:lvl1pPr>
            <a:lvl2pPr algn="l">
              <a:defRPr sz="1725" b="0">
                <a:solidFill>
                  <a:srgbClr val="FFFFFF"/>
                </a:solidFill>
                <a:latin typeface="Fira Sans"/>
                <a:ea typeface="Fira Sans"/>
                <a:cs typeface="Fira Sans"/>
              </a:defRPr>
            </a:lvl2pPr>
            <a:lvl3pPr algn="l">
              <a:defRPr sz="1725" b="0">
                <a:solidFill>
                  <a:srgbClr val="FFFFFF"/>
                </a:solidFill>
                <a:latin typeface="Fira Sans"/>
                <a:ea typeface="Fira Sans"/>
                <a:cs typeface="Fira Sans"/>
              </a:defRPr>
            </a:lvl3pPr>
            <a:lvl4pPr algn="l">
              <a:defRPr sz="1725" b="0">
                <a:solidFill>
                  <a:srgbClr val="FFFFFF"/>
                </a:solidFill>
                <a:latin typeface="Fira Sans"/>
                <a:ea typeface="Fira Sans"/>
                <a:cs typeface="Fira Sans"/>
              </a:defRPr>
            </a:lvl4pPr>
            <a:lvl5pPr algn="l">
              <a:defRPr sz="1725" b="0">
                <a:solidFill>
                  <a:srgbClr val="FFFFFF"/>
                </a:solidFill>
                <a:latin typeface="Fira Sans"/>
                <a:ea typeface="Fira Sans"/>
                <a:cs typeface="Fira Sans"/>
              </a:defRPr>
            </a:lvl5pPr>
            <a:lvl6pPr algn="l">
              <a:defRPr sz="1725" b="0">
                <a:solidFill>
                  <a:srgbClr val="FFFFFF"/>
                </a:solidFill>
                <a:latin typeface="Fira Sans"/>
                <a:ea typeface="Fira Sans"/>
                <a:cs typeface="Fira Sans"/>
              </a:defRPr>
            </a:lvl6pPr>
            <a:lvl7pPr algn="l">
              <a:defRPr sz="1725" b="0">
                <a:solidFill>
                  <a:srgbClr val="FFFFFF"/>
                </a:solidFill>
                <a:latin typeface="Fira Sans"/>
                <a:ea typeface="Fira Sans"/>
                <a:cs typeface="Fira Sans"/>
              </a:defRPr>
            </a:lvl7pPr>
            <a:lvl8pPr algn="l">
              <a:defRPr sz="1725" b="0">
                <a:solidFill>
                  <a:srgbClr val="FFFFFF"/>
                </a:solidFill>
                <a:latin typeface="Fira Sans"/>
                <a:ea typeface="Fira Sans"/>
                <a:cs typeface="Fira Sans"/>
              </a:defRPr>
            </a:lvl8pPr>
            <a:lvl9pPr algn="l">
              <a:defRPr sz="1725" b="0">
                <a:solidFill>
                  <a:srgbClr val="FFFFFF"/>
                </a:solidFill>
                <a:latin typeface="Fira Sans"/>
                <a:ea typeface="Fira Sans"/>
                <a:cs typeface="Fira Sans"/>
              </a:defRPr>
            </a:lvl9pPr>
          </a:lstStyle>
          <a:p xmlns:a="http://schemas.openxmlformats.org/drawingml/2006/main">
            <a:pPr algn="l">
              <a:defRPr sz="1725" b="0">
                <a:solidFill>
                  <a:srgbClr val="FFFFFF"/>
                </a:solidFill>
                <a:latin typeface="Fira Sans"/>
                <a:ea typeface="Fira Sans"/>
                <a:cs typeface="Fira Sans"/>
              </a:defRPr>
            </a:pPr>
            <a:r>
              <a:rPr sz="1725" b="0">
                <a:solidFill>
                  <a:srgbClr val="FFFFFF"/>
                </a:solidFill>
                <a:latin typeface="Fira Sans"/>
                <a:ea typeface="Fira Sans"/>
                <a:cs typeface="Fira Sans"/>
              </a:rPr>
              <a:t>Información requerida</a:t>
            </a:r>
          </a:p>
        </p:txBody>
      </p:sp>
      <p:sp>
        <p:nvSpPr>
          <p:cNvPr id="11" name="Validación">
            <a:extLst xmlns:a="http://schemas.openxmlformats.org/drawingml/2006/main">
              <a:ext uri="{FF2B5EF4-FFF2-40B4-BE49-F238E27FC236}">
                <a16:creationId xmlns:a16="http://schemas.microsoft.com/office/drawing/2014/main" id="{7D4E382A-91B1-44DD-8545-BD2F23E9F496}"/>
              </a:ext>
            </a:extLst>
          </p:cNvPr>
          <p:cNvSpPr>
            <a:spLocks xmlns:a="http://schemas.openxmlformats.org/drawingml/2006/main" noGrp="1"/>
          </p:cNvSpPr>
          <p:nvPr/>
        </p:nvSpPr>
        <p:spPr>
          <a:xfrm xmlns:a="http://schemas.openxmlformats.org/drawingml/2006/main">
            <a:off x="6324600" y="4533900"/>
            <a:ext cx="2524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8FD5CA"/>
                </a:solidFill>
                <a:latin typeface="Fira Sans"/>
                <a:ea typeface="Fira Sans"/>
                <a:cs typeface="Fira Sans"/>
              </a:defRPr>
            </a:defPPr>
            <a:lvl1pPr algn="l">
              <a:defRPr sz="2100" b="1">
                <a:solidFill>
                  <a:srgbClr val="8FD5CA"/>
                </a:solidFill>
                <a:latin typeface="Fira Sans"/>
                <a:ea typeface="Fira Sans"/>
                <a:cs typeface="Fira Sans"/>
              </a:defRPr>
            </a:lvl1pPr>
            <a:lvl2pPr algn="l">
              <a:defRPr sz="2100" b="1">
                <a:solidFill>
                  <a:srgbClr val="8FD5CA"/>
                </a:solidFill>
                <a:latin typeface="Fira Sans"/>
                <a:ea typeface="Fira Sans"/>
                <a:cs typeface="Fira Sans"/>
              </a:defRPr>
            </a:lvl2pPr>
            <a:lvl3pPr algn="l">
              <a:defRPr sz="2100" b="1">
                <a:solidFill>
                  <a:srgbClr val="8FD5CA"/>
                </a:solidFill>
                <a:latin typeface="Fira Sans"/>
                <a:ea typeface="Fira Sans"/>
                <a:cs typeface="Fira Sans"/>
              </a:defRPr>
            </a:lvl3pPr>
            <a:lvl4pPr algn="l">
              <a:defRPr sz="2100" b="1">
                <a:solidFill>
                  <a:srgbClr val="8FD5CA"/>
                </a:solidFill>
                <a:latin typeface="Fira Sans"/>
                <a:ea typeface="Fira Sans"/>
                <a:cs typeface="Fira Sans"/>
              </a:defRPr>
            </a:lvl4pPr>
            <a:lvl5pPr algn="l">
              <a:defRPr sz="2100" b="1">
                <a:solidFill>
                  <a:srgbClr val="8FD5CA"/>
                </a:solidFill>
                <a:latin typeface="Fira Sans"/>
                <a:ea typeface="Fira Sans"/>
                <a:cs typeface="Fira Sans"/>
              </a:defRPr>
            </a:lvl5pPr>
            <a:lvl6pPr algn="l">
              <a:defRPr sz="2100" b="1">
                <a:solidFill>
                  <a:srgbClr val="8FD5CA"/>
                </a:solidFill>
                <a:latin typeface="Fira Sans"/>
                <a:ea typeface="Fira Sans"/>
                <a:cs typeface="Fira Sans"/>
              </a:defRPr>
            </a:lvl6pPr>
            <a:lvl7pPr algn="l">
              <a:defRPr sz="2100" b="1">
                <a:solidFill>
                  <a:srgbClr val="8FD5CA"/>
                </a:solidFill>
                <a:latin typeface="Fira Sans"/>
                <a:ea typeface="Fira Sans"/>
                <a:cs typeface="Fira Sans"/>
              </a:defRPr>
            </a:lvl7pPr>
            <a:lvl8pPr algn="l">
              <a:defRPr sz="2100" b="1">
                <a:solidFill>
                  <a:srgbClr val="8FD5CA"/>
                </a:solidFill>
                <a:latin typeface="Fira Sans"/>
                <a:ea typeface="Fira Sans"/>
                <a:cs typeface="Fira Sans"/>
              </a:defRPr>
            </a:lvl8pPr>
            <a:lvl9pPr algn="l">
              <a:defRPr sz="2100" b="1">
                <a:solidFill>
                  <a:srgbClr val="8FD5CA"/>
                </a:solidFill>
                <a:latin typeface="Fira Sans"/>
                <a:ea typeface="Fira Sans"/>
                <a:cs typeface="Fira Sans"/>
              </a:defRPr>
            </a:lvl9pPr>
          </a:lstStyle>
          <a:p xmlns:a="http://schemas.openxmlformats.org/drawingml/2006/main">
            <a:pPr algn="l">
              <a:defRPr sz="2100" b="1">
                <a:solidFill>
                  <a:srgbClr val="8FD5CA"/>
                </a:solidFill>
                <a:latin typeface="Fira Sans"/>
                <a:ea typeface="Fira Sans"/>
                <a:cs typeface="Fira Sans"/>
              </a:defRPr>
            </a:pPr>
            <a:r>
              <a:rPr sz="2100" b="1">
                <a:solidFill>
                  <a:srgbClr val="8FD5CA"/>
                </a:solidFill>
                <a:latin typeface="Fira Sans"/>
                <a:ea typeface="Fira Sans"/>
                <a:cs typeface="Fira Sans"/>
              </a:rPr>
              <a:t>Validación</a:t>
            </a:r>
          </a:p>
        </p:txBody>
      </p:sp>
      <p:sp>
        <p:nvSpPr>
          <p:cNvPr id="12" name="Evidencia de campo">
            <a:extLst xmlns:a="http://schemas.openxmlformats.org/drawingml/2006/main">
              <a:ext uri="{FF2B5EF4-FFF2-40B4-BE49-F238E27FC236}">
                <a16:creationId xmlns:a16="http://schemas.microsoft.com/office/drawing/2014/main" id="{95395ED4-59F0-406A-87ED-9A0F57888F8F}"/>
              </a:ext>
            </a:extLst>
          </p:cNvPr>
          <p:cNvSpPr>
            <a:spLocks xmlns:a="http://schemas.openxmlformats.org/drawingml/2006/main" noGrp="1"/>
          </p:cNvSpPr>
          <p:nvPr/>
        </p:nvSpPr>
        <p:spPr>
          <a:xfrm xmlns:a="http://schemas.openxmlformats.org/drawingml/2006/main">
            <a:off x="6324600" y="5124450"/>
            <a:ext cx="2524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Fira Sans"/>
                <a:ea typeface="Fira Sans"/>
                <a:cs typeface="Fira Sans"/>
              </a:defRPr>
            </a:defPPr>
            <a:lvl1pPr algn="l">
              <a:defRPr sz="1725" b="0">
                <a:solidFill>
                  <a:srgbClr val="FFFFFF"/>
                </a:solidFill>
                <a:latin typeface="Fira Sans"/>
                <a:ea typeface="Fira Sans"/>
                <a:cs typeface="Fira Sans"/>
              </a:defRPr>
            </a:lvl1pPr>
            <a:lvl2pPr algn="l">
              <a:defRPr sz="1725" b="0">
                <a:solidFill>
                  <a:srgbClr val="FFFFFF"/>
                </a:solidFill>
                <a:latin typeface="Fira Sans"/>
                <a:ea typeface="Fira Sans"/>
                <a:cs typeface="Fira Sans"/>
              </a:defRPr>
            </a:lvl2pPr>
            <a:lvl3pPr algn="l">
              <a:defRPr sz="1725" b="0">
                <a:solidFill>
                  <a:srgbClr val="FFFFFF"/>
                </a:solidFill>
                <a:latin typeface="Fira Sans"/>
                <a:ea typeface="Fira Sans"/>
                <a:cs typeface="Fira Sans"/>
              </a:defRPr>
            </a:lvl3pPr>
            <a:lvl4pPr algn="l">
              <a:defRPr sz="1725" b="0">
                <a:solidFill>
                  <a:srgbClr val="FFFFFF"/>
                </a:solidFill>
                <a:latin typeface="Fira Sans"/>
                <a:ea typeface="Fira Sans"/>
                <a:cs typeface="Fira Sans"/>
              </a:defRPr>
            </a:lvl4pPr>
            <a:lvl5pPr algn="l">
              <a:defRPr sz="1725" b="0">
                <a:solidFill>
                  <a:srgbClr val="FFFFFF"/>
                </a:solidFill>
                <a:latin typeface="Fira Sans"/>
                <a:ea typeface="Fira Sans"/>
                <a:cs typeface="Fira Sans"/>
              </a:defRPr>
            </a:lvl5pPr>
            <a:lvl6pPr algn="l">
              <a:defRPr sz="1725" b="0">
                <a:solidFill>
                  <a:srgbClr val="FFFFFF"/>
                </a:solidFill>
                <a:latin typeface="Fira Sans"/>
                <a:ea typeface="Fira Sans"/>
                <a:cs typeface="Fira Sans"/>
              </a:defRPr>
            </a:lvl6pPr>
            <a:lvl7pPr algn="l">
              <a:defRPr sz="1725" b="0">
                <a:solidFill>
                  <a:srgbClr val="FFFFFF"/>
                </a:solidFill>
                <a:latin typeface="Fira Sans"/>
                <a:ea typeface="Fira Sans"/>
                <a:cs typeface="Fira Sans"/>
              </a:defRPr>
            </a:lvl7pPr>
            <a:lvl8pPr algn="l">
              <a:defRPr sz="1725" b="0">
                <a:solidFill>
                  <a:srgbClr val="FFFFFF"/>
                </a:solidFill>
                <a:latin typeface="Fira Sans"/>
                <a:ea typeface="Fira Sans"/>
                <a:cs typeface="Fira Sans"/>
              </a:defRPr>
            </a:lvl8pPr>
            <a:lvl9pPr algn="l">
              <a:defRPr sz="1725" b="0">
                <a:solidFill>
                  <a:srgbClr val="FFFFFF"/>
                </a:solidFill>
                <a:latin typeface="Fira Sans"/>
                <a:ea typeface="Fira Sans"/>
                <a:cs typeface="Fira Sans"/>
              </a:defRPr>
            </a:lvl9pPr>
          </a:lstStyle>
          <a:p xmlns:a="http://schemas.openxmlformats.org/drawingml/2006/main">
            <a:pPr algn="l">
              <a:defRPr sz="1725" b="0">
                <a:solidFill>
                  <a:srgbClr val="FFFFFF"/>
                </a:solidFill>
                <a:latin typeface="Fira Sans"/>
                <a:ea typeface="Fira Sans"/>
                <a:cs typeface="Fira Sans"/>
              </a:defRPr>
            </a:pPr>
            <a:r>
              <a:rPr sz="1725" b="0">
                <a:solidFill>
                  <a:srgbClr val="FFFFFF"/>
                </a:solidFill>
                <a:latin typeface="Fira Sans"/>
                <a:ea typeface="Fira Sans"/>
                <a:cs typeface="Fira Sans"/>
              </a:rPr>
              <a:t>Evidencia de campo</a:t>
            </a:r>
          </a:p>
        </p:txBody>
      </p:sp>
      <p:sp>
        <p:nvSpPr>
          <p:cNvPr id="13" name="Indicador">
            <a:extLst xmlns:a="http://schemas.openxmlformats.org/drawingml/2006/main">
              <a:ext uri="{FF2B5EF4-FFF2-40B4-BE49-F238E27FC236}">
                <a16:creationId xmlns:a16="http://schemas.microsoft.com/office/drawing/2014/main" id="{9253E2C2-B719-42C1-BAB2-A875033C112D}"/>
              </a:ext>
            </a:extLst>
          </p:cNvPr>
          <p:cNvSpPr>
            <a:spLocks xmlns:a="http://schemas.openxmlformats.org/drawingml/2006/main" noGrp="1"/>
          </p:cNvSpPr>
          <p:nvPr/>
        </p:nvSpPr>
        <p:spPr>
          <a:xfrm xmlns:a="http://schemas.openxmlformats.org/drawingml/2006/main">
            <a:off x="9220200" y="4533900"/>
            <a:ext cx="2524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8FD5CA"/>
                </a:solidFill>
                <a:latin typeface="Fira Sans"/>
                <a:ea typeface="Fira Sans"/>
                <a:cs typeface="Fira Sans"/>
              </a:defRPr>
            </a:defPPr>
            <a:lvl1pPr algn="l">
              <a:defRPr sz="2100" b="1">
                <a:solidFill>
                  <a:srgbClr val="8FD5CA"/>
                </a:solidFill>
                <a:latin typeface="Fira Sans"/>
                <a:ea typeface="Fira Sans"/>
                <a:cs typeface="Fira Sans"/>
              </a:defRPr>
            </a:lvl1pPr>
            <a:lvl2pPr algn="l">
              <a:defRPr sz="2100" b="1">
                <a:solidFill>
                  <a:srgbClr val="8FD5CA"/>
                </a:solidFill>
                <a:latin typeface="Fira Sans"/>
                <a:ea typeface="Fira Sans"/>
                <a:cs typeface="Fira Sans"/>
              </a:defRPr>
            </a:lvl2pPr>
            <a:lvl3pPr algn="l">
              <a:defRPr sz="2100" b="1">
                <a:solidFill>
                  <a:srgbClr val="8FD5CA"/>
                </a:solidFill>
                <a:latin typeface="Fira Sans"/>
                <a:ea typeface="Fira Sans"/>
                <a:cs typeface="Fira Sans"/>
              </a:defRPr>
            </a:lvl3pPr>
            <a:lvl4pPr algn="l">
              <a:defRPr sz="2100" b="1">
                <a:solidFill>
                  <a:srgbClr val="8FD5CA"/>
                </a:solidFill>
                <a:latin typeface="Fira Sans"/>
                <a:ea typeface="Fira Sans"/>
                <a:cs typeface="Fira Sans"/>
              </a:defRPr>
            </a:lvl4pPr>
            <a:lvl5pPr algn="l">
              <a:defRPr sz="2100" b="1">
                <a:solidFill>
                  <a:srgbClr val="8FD5CA"/>
                </a:solidFill>
                <a:latin typeface="Fira Sans"/>
                <a:ea typeface="Fira Sans"/>
                <a:cs typeface="Fira Sans"/>
              </a:defRPr>
            </a:lvl5pPr>
            <a:lvl6pPr algn="l">
              <a:defRPr sz="2100" b="1">
                <a:solidFill>
                  <a:srgbClr val="8FD5CA"/>
                </a:solidFill>
                <a:latin typeface="Fira Sans"/>
                <a:ea typeface="Fira Sans"/>
                <a:cs typeface="Fira Sans"/>
              </a:defRPr>
            </a:lvl6pPr>
            <a:lvl7pPr algn="l">
              <a:defRPr sz="2100" b="1">
                <a:solidFill>
                  <a:srgbClr val="8FD5CA"/>
                </a:solidFill>
                <a:latin typeface="Fira Sans"/>
                <a:ea typeface="Fira Sans"/>
                <a:cs typeface="Fira Sans"/>
              </a:defRPr>
            </a:lvl7pPr>
            <a:lvl8pPr algn="l">
              <a:defRPr sz="2100" b="1">
                <a:solidFill>
                  <a:srgbClr val="8FD5CA"/>
                </a:solidFill>
                <a:latin typeface="Fira Sans"/>
                <a:ea typeface="Fira Sans"/>
                <a:cs typeface="Fira Sans"/>
              </a:defRPr>
            </a:lvl8pPr>
            <a:lvl9pPr algn="l">
              <a:defRPr sz="2100" b="1">
                <a:solidFill>
                  <a:srgbClr val="8FD5CA"/>
                </a:solidFill>
                <a:latin typeface="Fira Sans"/>
                <a:ea typeface="Fira Sans"/>
                <a:cs typeface="Fira Sans"/>
              </a:defRPr>
            </a:lvl9pPr>
          </a:lstStyle>
          <a:p xmlns:a="http://schemas.openxmlformats.org/drawingml/2006/main">
            <a:pPr algn="l">
              <a:defRPr sz="2100" b="1">
                <a:solidFill>
                  <a:srgbClr val="8FD5CA"/>
                </a:solidFill>
                <a:latin typeface="Fira Sans"/>
                <a:ea typeface="Fira Sans"/>
                <a:cs typeface="Fira Sans"/>
              </a:defRPr>
            </a:pPr>
            <a:r>
              <a:rPr sz="2100" b="1">
                <a:solidFill>
                  <a:srgbClr val="8FD5CA"/>
                </a:solidFill>
                <a:latin typeface="Fira Sans"/>
                <a:ea typeface="Fira Sans"/>
                <a:cs typeface="Fira Sans"/>
              </a:rPr>
              <a:t>Indicador</a:t>
            </a:r>
          </a:p>
        </p:txBody>
      </p:sp>
      <p:sp>
        <p:nvSpPr>
          <p:cNvPr id="14" name="Resultado que se medirá">
            <a:extLst xmlns:a="http://schemas.openxmlformats.org/drawingml/2006/main">
              <a:ext uri="{FF2B5EF4-FFF2-40B4-BE49-F238E27FC236}">
                <a16:creationId xmlns:a16="http://schemas.microsoft.com/office/drawing/2014/main" id="{DDFA31BD-5F86-4F18-AD1A-4753E744B141}"/>
              </a:ext>
            </a:extLst>
          </p:cNvPr>
          <p:cNvSpPr>
            <a:spLocks xmlns:a="http://schemas.openxmlformats.org/drawingml/2006/main" noGrp="1"/>
          </p:cNvSpPr>
          <p:nvPr/>
        </p:nvSpPr>
        <p:spPr>
          <a:xfrm xmlns:a="http://schemas.openxmlformats.org/drawingml/2006/main">
            <a:off x="9220200" y="5124450"/>
            <a:ext cx="2524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Fira Sans"/>
                <a:ea typeface="Fira Sans"/>
                <a:cs typeface="Fira Sans"/>
              </a:defRPr>
            </a:defPPr>
            <a:lvl1pPr algn="l">
              <a:defRPr sz="1725" b="0">
                <a:solidFill>
                  <a:srgbClr val="FFFFFF"/>
                </a:solidFill>
                <a:latin typeface="Fira Sans"/>
                <a:ea typeface="Fira Sans"/>
                <a:cs typeface="Fira Sans"/>
              </a:defRPr>
            </a:lvl1pPr>
            <a:lvl2pPr algn="l">
              <a:defRPr sz="1725" b="0">
                <a:solidFill>
                  <a:srgbClr val="FFFFFF"/>
                </a:solidFill>
                <a:latin typeface="Fira Sans"/>
                <a:ea typeface="Fira Sans"/>
                <a:cs typeface="Fira Sans"/>
              </a:defRPr>
            </a:lvl2pPr>
            <a:lvl3pPr algn="l">
              <a:defRPr sz="1725" b="0">
                <a:solidFill>
                  <a:srgbClr val="FFFFFF"/>
                </a:solidFill>
                <a:latin typeface="Fira Sans"/>
                <a:ea typeface="Fira Sans"/>
                <a:cs typeface="Fira Sans"/>
              </a:defRPr>
            </a:lvl3pPr>
            <a:lvl4pPr algn="l">
              <a:defRPr sz="1725" b="0">
                <a:solidFill>
                  <a:srgbClr val="FFFFFF"/>
                </a:solidFill>
                <a:latin typeface="Fira Sans"/>
                <a:ea typeface="Fira Sans"/>
                <a:cs typeface="Fira Sans"/>
              </a:defRPr>
            </a:lvl4pPr>
            <a:lvl5pPr algn="l">
              <a:defRPr sz="1725" b="0">
                <a:solidFill>
                  <a:srgbClr val="FFFFFF"/>
                </a:solidFill>
                <a:latin typeface="Fira Sans"/>
                <a:ea typeface="Fira Sans"/>
                <a:cs typeface="Fira Sans"/>
              </a:defRPr>
            </a:lvl5pPr>
            <a:lvl6pPr algn="l">
              <a:defRPr sz="1725" b="0">
                <a:solidFill>
                  <a:srgbClr val="FFFFFF"/>
                </a:solidFill>
                <a:latin typeface="Fira Sans"/>
                <a:ea typeface="Fira Sans"/>
                <a:cs typeface="Fira Sans"/>
              </a:defRPr>
            </a:lvl6pPr>
            <a:lvl7pPr algn="l">
              <a:defRPr sz="1725" b="0">
                <a:solidFill>
                  <a:srgbClr val="FFFFFF"/>
                </a:solidFill>
                <a:latin typeface="Fira Sans"/>
                <a:ea typeface="Fira Sans"/>
                <a:cs typeface="Fira Sans"/>
              </a:defRPr>
            </a:lvl7pPr>
            <a:lvl8pPr algn="l">
              <a:defRPr sz="1725" b="0">
                <a:solidFill>
                  <a:srgbClr val="FFFFFF"/>
                </a:solidFill>
                <a:latin typeface="Fira Sans"/>
                <a:ea typeface="Fira Sans"/>
                <a:cs typeface="Fira Sans"/>
              </a:defRPr>
            </a:lvl8pPr>
            <a:lvl9pPr algn="l">
              <a:defRPr sz="1725" b="0">
                <a:solidFill>
                  <a:srgbClr val="FFFFFF"/>
                </a:solidFill>
                <a:latin typeface="Fira Sans"/>
                <a:ea typeface="Fira Sans"/>
                <a:cs typeface="Fira Sans"/>
              </a:defRPr>
            </a:lvl9pPr>
          </a:lstStyle>
          <a:p xmlns:a="http://schemas.openxmlformats.org/drawingml/2006/main">
            <a:pPr algn="l">
              <a:defRPr sz="1725" b="0">
                <a:solidFill>
                  <a:srgbClr val="FFFFFF"/>
                </a:solidFill>
                <a:latin typeface="Fira Sans"/>
                <a:ea typeface="Fira Sans"/>
                <a:cs typeface="Fira Sans"/>
              </a:defRPr>
            </a:pPr>
            <a:r>
              <a:rPr sz="1725" b="0">
                <a:solidFill>
                  <a:srgbClr val="FFFFFF"/>
                </a:solidFill>
                <a:latin typeface="Fira Sans"/>
                <a:ea typeface="Fira Sans"/>
                <a:cs typeface="Fira Sans"/>
              </a:rPr>
              <a:t>Resultado que se medirá</a:t>
            </a:r>
          </a:p>
        </p:txBody>
      </p:sp>
    </p:spTree>
    <p:extLst>
      <p:ext uri="{BB962C8B-B14F-4D97-AF65-F5344CB8AC3E}">
        <p14:creationId xmlns:p14="http://schemas.microsoft.com/office/powerpoint/2010/main" val="2145498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2026-10-20T12:56:28.0600000Z</dcterms:created>
  <dcterms:modified xsi:type="dcterms:W3CDTF">2026-10-20T12:56:28.0600000Z</dcterms:modified>
</coreProperties>
</file>