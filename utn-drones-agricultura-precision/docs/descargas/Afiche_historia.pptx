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1315860e064940" /><Relationship Type="http://schemas.openxmlformats.org/officeDocument/2006/relationships/extended-properties" Target="/docProps/app.xml" Id="Rf53c93b253c141ca" /><Relationship Type="http://schemas.openxmlformats.org/officeDocument/2006/relationships/officeDocument" Target="/ppt/presentation.xml" Id="Reac35e61e6524b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229f9d194e4f78"/>
  </p:sldMasterIdLst>
  <p:notesMasterIdLst>
    <p:notesMasterId xmlns:r="http://schemas.openxmlformats.org/officeDocument/2006/relationships" r:id="Rf6993cf1af6e45a3"/>
  </p:notesMasterIdLst>
  <p:sldIdLst>
    <p:sldId xmlns:r="http://schemas.openxmlformats.org/officeDocument/2006/relationships" id="256" r:id="R0baa6a6f73794b7b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69089fe341404e" /><Relationship Type="http://schemas.openxmlformats.org/officeDocument/2006/relationships/slideMaster" Target="/ppt/slideMasters/slideMaster1.xml" Id="R3e229f9d194e4f78" /><Relationship Type="http://schemas.openxmlformats.org/officeDocument/2006/relationships/notesMaster" Target="/ppt/notesMasters/notesMaster1.xml" Id="Rf6993cf1af6e45a3" /><Relationship Type="http://schemas.openxmlformats.org/officeDocument/2006/relationships/presProps" Target="/ppt/presProps.xml" Id="R50a39a21a89c46b5" /><Relationship Type="http://schemas.openxmlformats.org/officeDocument/2006/relationships/tableStyles" Target="/ppt/tableStyles.xml" Id="R7702cf86770340e1" /><Relationship Type="http://schemas.openxmlformats.org/officeDocument/2006/relationships/slide" Target="/ppt/slides/slide1.xml" Id="R0baa6a6f73794b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e00687a2294d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915f14a3864940" /><Relationship Type="http://schemas.openxmlformats.org/officeDocument/2006/relationships/notesMaster" Target="/ppt/notesMasters/notesMaster1.xml" Id="R1e35fbc6fb374a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Identidad AGROINT según libro de marca y logotipos originales aportados. Campos logísticos editables. Sin logotipo UTN. Confirmar logística. Créditos y derechos en assets/CREDITOS.md.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bedcc3c9249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9fe24e08848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a78d7ae7c4b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e271eb36b44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2b4e6f6a141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841e6f3684e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4C3AEB-DCAF-4288-9332-6A24790483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4B3DB0-FF62-4DED-8A68-C3A4DBCA7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C1D1D1-522A-4BF1-A149-FCC169EAEE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63B319-DD41-4EDB-9601-F34AE8638C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5A4D42-531E-4459-A43F-4C0AC8BD56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38BFA5-B9AE-4F24-B6C4-D72B15EE04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884F8E-5A29-4A56-BDD0-F5601A16C9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DA8A5B-F082-436A-9385-1B35CAD4F4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C349A9-9335-438B-83B3-4008F92647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2C8234-000D-4898-8852-B9ACEB56E7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a7908088b44217" /><Relationship Type="http://schemas.openxmlformats.org/officeDocument/2006/relationships/slideLayout" Target="/ppt/slideLayouts/slideLayout1.xml" Id="R8a2b8da338664832" /><Relationship Type="http://schemas.openxmlformats.org/officeDocument/2006/relationships/slideLayout" Target="/ppt/slideLayouts/slideLayout2.xml" Id="Rb4ab141078224239" /><Relationship Type="http://schemas.openxmlformats.org/officeDocument/2006/relationships/slideLayout" Target="/ppt/slideLayouts/slideLayout3.xml" Id="Rf83120e833664ddd" /><Relationship Type="http://schemas.openxmlformats.org/officeDocument/2006/relationships/slideLayout" Target="/ppt/slideLayouts/slideLayout4.xml" Id="Rf53fc95c669e41a7" /><Relationship Type="http://schemas.openxmlformats.org/officeDocument/2006/relationships/slideLayout" Target="/ppt/slideLayouts/slideLayout5.xml" Id="R1f60554041d94d8d" /><Relationship Type="http://schemas.openxmlformats.org/officeDocument/2006/relationships/slideLayout" Target="/ppt/slideLayouts/slideLayout6.xml" Id="R85804d5fba4941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2b8da338664832"/>
    <p:sldLayoutId xmlns:r="http://schemas.openxmlformats.org/officeDocument/2006/relationships" id="2147483650" r:id="Rb4ab141078224239"/>
    <p:sldLayoutId xmlns:r="http://schemas.openxmlformats.org/officeDocument/2006/relationships" id="2147483651" r:id="Rf83120e833664ddd"/>
    <p:sldLayoutId xmlns:r="http://schemas.openxmlformats.org/officeDocument/2006/relationships" id="2147483652" r:id="Rf53fc95c669e41a7"/>
    <p:sldLayoutId xmlns:r="http://schemas.openxmlformats.org/officeDocument/2006/relationships" id="2147483653" r:id="R1f60554041d94d8d"/>
    <p:sldLayoutId xmlns:r="http://schemas.openxmlformats.org/officeDocument/2006/relationships" id="2147483654" r:id="R85804d5fba4941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a2a335f7f40e3" /><Relationship Type="http://schemas.openxmlformats.org/officeDocument/2006/relationships/image" Target="/ppt/media/image.jpeg" Id="Rb74b604d9feb456a" /><Relationship Type="http://schemas.openxmlformats.org/officeDocument/2006/relationships/image" Target="/ppt/media/image.png" Id="Re885336caac04257" /><Relationship Type="http://schemas.openxmlformats.org/officeDocument/2006/relationships/image" Target="/ppt/media/image2.jpeg" Id="Rb838db6b7ee34b56" /><Relationship Type="http://schemas.openxmlformats.org/officeDocument/2006/relationships/notesSlide" Target="/ppt/notesSlides/notesSlide1.xml" Id="R88d72638a5744c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59F0D-B876-45D0-8203-ACD0A8FB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8961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D0704-B625-4C8A-A3F6-AE55E4F52D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b604d9feb456a"/>
          <a:srcRect xmlns:a="http://schemas.openxmlformats.org/drawingml/2006/main" l="28763" t="0" r="287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0810" y="0"/>
            <a:ext cx="3806190" cy="896112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E5F82-9CF3-4F70-AC4E-5CD166D5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80810" cy="8961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2F24E-F676-4199-BD42-6EE8B29723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5336caac04257"/>
          <a:stretch xmlns:a="http://schemas.openxmlformats.org/drawingml/2006/main"/>
        </p:blipFill>
        <p:spPr>
          <a:xfrm xmlns:a="http://schemas.openxmlformats.org/drawingml/2006/main">
            <a:off x="571500" y="571500"/>
            <a:ext cx="3109421" cy="107586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1ABB9-7FD4-4DAC-9D17-864C4281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5523"/>
            <a:ext cx="5497830" cy="3044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Drones y</a:t>
            </a:r>
          </a:p>
          <a:p xmlns:a="http://schemas.openxmlformats.org/drawingml/2006/main">
            <a:pPr algn="l">
              <a:def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agricultura</a:t>
            </a:r>
          </a:p>
          <a:p xmlns:a="http://schemas.openxmlformats.org/drawingml/2006/main">
            <a:pPr algn="l">
              <a:def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530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 precisión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E6D2E-8752-4851-8493-47DFCCB7AD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8db6b7ee34b56"/>
          <a:stretch xmlns:a="http://schemas.openxmlformats.org/drawingml/2006/main"/>
        </p:blipFill>
        <p:spPr>
          <a:xfrm xmlns:a="http://schemas.openxmlformats.org/drawingml/2006/main">
            <a:off x="6892290" y="5726119"/>
            <a:ext cx="2983230" cy="19894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85FF8-1A86-4D3F-BD1A-740B1324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99245"/>
            <a:ext cx="9144000" cy="855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Demostración de PIX4Dmatic Pro</a:t>
            </a:r>
          </a:p>
          <a:p xmlns:a="http://schemas.openxmlformats.org/drawingml/2006/main">
            <a:pPr algn="l">
              <a:def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856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y PIX4Dfields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EA0C6-12D2-4891-9781-D3AA6252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74586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38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938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938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938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938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938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938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938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938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938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938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938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Universidad Técnica Nacional · Administración Agroindustrial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093FB-A044-4112-94F6-C044FC4E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09426"/>
            <a:ext cx="9144000" cy="414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38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938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938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938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938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938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938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938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938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938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938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938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2 HORAS  ·  MODALIDAD DEMOSTRATIVA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B1DFF-0828-434F-8545-7637BD42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92443"/>
            <a:ext cx="9144000" cy="777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Drones agrícolas · Fotogrametría</a:t>
            </a:r>
          </a:p>
          <a:p xmlns:a="http://schemas.openxmlformats.org/drawingml/2006/main">
            <a:pPr algn="l">
              <a:def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204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Índices de vegetación · Detección de malezas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34ADA-3509-4133-B1F1-44323410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425269"/>
            <a:ext cx="9144000" cy="3886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FE2F6-0114-47C1-87CC-E38E3BC4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464137"/>
            <a:ext cx="8953500" cy="36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Fecha: por confirmar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6F145-425B-4FDB-B933-F6D0C0BB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17594"/>
            <a:ext cx="9144000" cy="3886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9D81F-F658-47B9-86E1-6872C2F9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6462"/>
            <a:ext cx="8953500" cy="36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Hora: por confirmar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736AC-262B-419F-8A9C-93607496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09919"/>
            <a:ext cx="9144000" cy="3886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1043C-4651-4B9A-ABEA-BAECB9A5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448787"/>
            <a:ext cx="8953500" cy="36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Lugar: por confirmar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948A0-C6F9-4977-B643-B3D5FAC9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2244"/>
            <a:ext cx="9144000" cy="3886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ACEB7-2186-4AE3-9954-F28CD77A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41111"/>
            <a:ext cx="8953500" cy="36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Inscripción: por confirmar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97098-8309-4B83-A3CF-A6F95B9B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94569"/>
            <a:ext cx="9144000" cy="3886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9CCAB-00C2-4B71-B69C-A63AABA9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33436"/>
            <a:ext cx="8953500" cy="36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836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Expositor: por confirmar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EB19B-CD30-40AF-877F-3D618014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736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Actividad propuesta · Datos logísticos por confirmar.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F7781-8B43-45B2-BA7E-CEA9EAE0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165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Foto ZLEA · CC BY-SA 4.0. Vista agrícola: Courtesy of Pix4D / pix4d.com</a:t>
            </a:r>
          </a:p>
        </p:txBody>
      </p:sp>
    </p:spTree>
    <p:extLst>
      <p:ext uri="{BB962C8B-B14F-4D97-AF65-F5344CB8AC3E}">
        <p14:creationId xmlns:p14="http://schemas.microsoft.com/office/powerpoint/2010/main" val="907290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2026-10-18T14:10:20.7650000Z</dcterms:created>
  <dcterms:modified xsi:type="dcterms:W3CDTF">2026-10-18T14:10:20.7650000Z</dcterms:modified>
</coreProperties>
</file>