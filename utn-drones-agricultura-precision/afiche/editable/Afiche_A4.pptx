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0bbd4bc4724d93" /><Relationship Type="http://schemas.openxmlformats.org/officeDocument/2006/relationships/extended-properties" Target="/docProps/app.xml" Id="R13aba05b9a2e4253" /><Relationship Type="http://schemas.openxmlformats.org/officeDocument/2006/relationships/officeDocument" Target="/ppt/presentation.xml" Id="R36ae2cfec88c45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05aad0c69c4434"/>
  </p:sldMasterIdLst>
  <p:notesMasterIdLst>
    <p:notesMasterId xmlns:r="http://schemas.openxmlformats.org/officeDocument/2006/relationships" r:id="Rf2160ed5f56d4083"/>
  </p:notesMasterIdLst>
  <p:sldIdLst>
    <p:sldId xmlns:r="http://schemas.openxmlformats.org/officeDocument/2006/relationships" id="256" r:id="Rda91a958ab4d411b"/>
  </p:sldIdLst>
  <p:sldSz cx="7560000" cy="1069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74f6e94cac48a0" /><Relationship Type="http://schemas.openxmlformats.org/officeDocument/2006/relationships/slideMaster" Target="/ppt/slideMasters/slideMaster1.xml" Id="R3e05aad0c69c4434" /><Relationship Type="http://schemas.openxmlformats.org/officeDocument/2006/relationships/notesMaster" Target="/ppt/notesMasters/notesMaster1.xml" Id="Rf2160ed5f56d4083" /><Relationship Type="http://schemas.openxmlformats.org/officeDocument/2006/relationships/presProps" Target="/ppt/presProps.xml" Id="R354c6ce5b8cc43f5" /><Relationship Type="http://schemas.openxmlformats.org/officeDocument/2006/relationships/tableStyles" Target="/ppt/tableStyles.xml" Id="Rb213a865d007480c" /><Relationship Type="http://schemas.openxmlformats.org/officeDocument/2006/relationships/slide" Target="/ppt/slides/slide1.xml" Id="Rda91a958ab4d41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8f7daefe9f49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341f6eaf144ed1" /><Relationship Type="http://schemas.openxmlformats.org/officeDocument/2006/relationships/notesMaster" Target="/ppt/notesMasters/notesMaster1.xml" Id="Rdea614a9315845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Identidad AGROINT según libro de marca y logotipos originales aportados. Campos logísticos editables. Sin logotipo UTN. Confirmar logística. Créditos y derechos en assets/CREDITOS.md.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2498cba8db415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2643509ee14da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4673a739a6405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a3a175e7f4451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c87a3293d24a9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c51fbdf36a4a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CC58B63-4B11-47B1-AB76-D0E58631F7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6000" y="4039200"/>
            <a:ext cx="6048000" cy="154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9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7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EC5C5CA-48C2-4DFC-9258-C4E296B9BCA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34000" y="5880600"/>
            <a:ext cx="5292000" cy="11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BD43730-EDC1-433B-B9A2-254B0E39F7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6000" y="4455000"/>
            <a:ext cx="6048000" cy="178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0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0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D12740-29C8-46BD-B45B-469C7AD2F5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25250" y="831600"/>
            <a:ext cx="6709500" cy="13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B4E674B-6056-4585-8FA2-00DB2115A3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25250" y="2970000"/>
            <a:ext cx="6709500" cy="66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1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30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19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08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97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86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75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64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653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8C2902E-24BF-4B52-A61B-EB7A86AEB2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25250" y="831600"/>
            <a:ext cx="6709500" cy="13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9057F90-18F6-4769-BE5B-378C1543FD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25250" y="2970000"/>
            <a:ext cx="3118500" cy="66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1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30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19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08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97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86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75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64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653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949E21A-4F68-4581-AA09-8F55237C880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016250" y="2970000"/>
            <a:ext cx="3118500" cy="66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1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30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19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08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97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86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75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64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653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0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830227-EE00-4457-BF88-B014C1B2EA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25250" y="831600"/>
            <a:ext cx="6709500" cy="130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4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28E42C-E937-47C7-B23D-83DD328702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25250" y="2970000"/>
            <a:ext cx="3118500" cy="66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1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30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19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08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897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086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275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464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653750" indent="-141750" algn="l">
              <a:lnSpc>
                <a:spcPct val="110000"/>
              </a:lnSpc>
              <a:spcBef>
                <a:spcPts val="0"/>
              </a:spcBef>
              <a:spcAft>
                <a:spcPts val="744"/>
              </a:spcAft>
              <a:buChar char="•"/>
              <a:defRPr sz="139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72e16c47984417" /><Relationship Type="http://schemas.openxmlformats.org/officeDocument/2006/relationships/slideLayout" Target="/ppt/slideLayouts/slideLayout1.xml" Id="Rf311ce08091149a2" /><Relationship Type="http://schemas.openxmlformats.org/officeDocument/2006/relationships/slideLayout" Target="/ppt/slideLayouts/slideLayout2.xml" Id="Rba906a7cf5f64965" /><Relationship Type="http://schemas.openxmlformats.org/officeDocument/2006/relationships/slideLayout" Target="/ppt/slideLayouts/slideLayout3.xml" Id="R9299d85d0f324322" /><Relationship Type="http://schemas.openxmlformats.org/officeDocument/2006/relationships/slideLayout" Target="/ppt/slideLayouts/slideLayout4.xml" Id="R1e77aa52367047e4" /><Relationship Type="http://schemas.openxmlformats.org/officeDocument/2006/relationships/slideLayout" Target="/ppt/slideLayouts/slideLayout5.xml" Id="R16d65372a1c445d1" /><Relationship Type="http://schemas.openxmlformats.org/officeDocument/2006/relationships/slideLayout" Target="/ppt/slideLayouts/slideLayout6.xml" Id="R98272b90c6954a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11ce08091149a2"/>
    <p:sldLayoutId xmlns:r="http://schemas.openxmlformats.org/officeDocument/2006/relationships" id="2147483650" r:id="Rba906a7cf5f64965"/>
    <p:sldLayoutId xmlns:r="http://schemas.openxmlformats.org/officeDocument/2006/relationships" id="2147483651" r:id="R9299d85d0f324322"/>
    <p:sldLayoutId xmlns:r="http://schemas.openxmlformats.org/officeDocument/2006/relationships" id="2147483652" r:id="R1e77aa52367047e4"/>
    <p:sldLayoutId xmlns:r="http://schemas.openxmlformats.org/officeDocument/2006/relationships" id="2147483653" r:id="R16d65372a1c445d1"/>
    <p:sldLayoutId xmlns:r="http://schemas.openxmlformats.org/officeDocument/2006/relationships" id="2147483654" r:id="R98272b90c6954a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0b4797d09d4087" /><Relationship Type="http://schemas.openxmlformats.org/officeDocument/2006/relationships/image" Target="/ppt/media/image.jpeg" Id="Rdd93ee047993462c" /><Relationship Type="http://schemas.openxmlformats.org/officeDocument/2006/relationships/image" Target="/ppt/media/image.png" Id="R7e6434078f0440ed" /><Relationship Type="http://schemas.openxmlformats.org/officeDocument/2006/relationships/image" Target="/ppt/media/image2.jpeg" Id="R4e56f8a4d66d47c9" /><Relationship Type="http://schemas.openxmlformats.org/officeDocument/2006/relationships/notesSlide" Target="/ppt/notesSlides/notesSlide1.xml" Id="R06bf7e8a251b4f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C1C21B-68A9-4E97-BD6C-D46C4072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0000" cy="5239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C6E"/>
          </a:solidFill>
          <a:ln xmlns:a="http://schemas.openxmlformats.org/drawingml/2006/main" w="0">
            <a:noFill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FF66B-6F32-4A9A-AE47-A016E8DA10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93ee047993462c"/>
          <a:srcRect xmlns:a="http://schemas.openxmlformats.org/drawingml/2006/main" l="23304" t="0" r="233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800" y="0"/>
            <a:ext cx="2797200" cy="523908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402C3-20CC-4F3C-8C25-0651E29E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800" cy="5239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C6E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801758-BC04-430E-A93A-640286DF0C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6434078f0440ed"/>
          <a:stretch xmlns:a="http://schemas.openxmlformats.org/drawingml/2006/main"/>
        </p:blipFill>
        <p:spPr>
          <a:xfrm xmlns:a="http://schemas.openxmlformats.org/drawingml/2006/main">
            <a:off x="571500" y="571500"/>
            <a:ext cx="2285139" cy="79065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E05A75-D4EF-45F6-8746-28CBEB1C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103"/>
            <a:ext cx="3888900" cy="2237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99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3899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3899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3899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3899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3899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3899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3899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3899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3899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3899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3899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Drones y</a:t>
            </a:r>
          </a:p>
          <a:p xmlns:a="http://schemas.openxmlformats.org/drawingml/2006/main">
            <a:pPr algn="l">
              <a:defRPr sz="3899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3899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agricultura</a:t>
            </a:r>
          </a:p>
          <a:p xmlns:a="http://schemas.openxmlformats.org/drawingml/2006/main">
            <a:pPr algn="l">
              <a:defRPr sz="3899" b="1">
                <a:solidFill>
                  <a:srgbClr val="FFFFFF"/>
                </a:solidFill>
                <a:latin typeface="Fira Sans"/>
                <a:ea typeface="Fira Sans"/>
                <a:cs typeface="Fira Sans"/>
              </a:defRPr>
            </a:pPr>
            <a:r>
              <a:rPr sz="3899" b="1">
                <a:solidFill>
                  <a:srgbClr val="FFFFFF"/>
                </a:solidFill>
                <a:latin typeface="Fira Sans"/>
                <a:ea typeface="Fira Sans"/>
                <a:cs typeface="Fira Sans"/>
              </a:rPr>
              <a:t>de precisión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29E411-020A-4CD4-93F7-7CFF48B611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56f8a4d66d47c9"/>
          <a:stretch xmlns:a="http://schemas.openxmlformats.org/drawingml/2006/main"/>
        </p:blipFill>
        <p:spPr>
          <a:xfrm xmlns:a="http://schemas.openxmlformats.org/drawingml/2006/main">
            <a:off x="5065200" y="3198282"/>
            <a:ext cx="2192400" cy="146205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E78C4-B740-48B4-95A8-DBEC1181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7205"/>
            <a:ext cx="6417000" cy="6284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99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2099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2099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2099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2099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2099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2099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2099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2099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2099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2099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2099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Demostración de PIX4Dmatic Pro</a:t>
            </a:r>
          </a:p>
          <a:p xmlns:a="http://schemas.openxmlformats.org/drawingml/2006/main">
            <a:pPr algn="l">
              <a:defRPr sz="2099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2099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y PIX4Dfields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D5A189-C335-42F6-8F77-E58963CC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67482"/>
            <a:ext cx="641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4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424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424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424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424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424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424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424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424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424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424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1424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Universidad Técnica Nacional · Administración Agroindustrial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2F2C23-0DB5-4337-BE84-B2914402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34031"/>
            <a:ext cx="6417000" cy="304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4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424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424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424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424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424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424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424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424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424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424" b="1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424" b="1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2 HORAS  ·  MODALIDAD DEMOSTRATIVA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438060-95AC-4893-808D-0E22C6D2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62495"/>
            <a:ext cx="6417000" cy="571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99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499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499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499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499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499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499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499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499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499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499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1499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Drones agrícolas · Fotogrametría</a:t>
            </a:r>
          </a:p>
          <a:p xmlns:a="http://schemas.openxmlformats.org/drawingml/2006/main">
            <a:pPr algn="l">
              <a:defRPr sz="1499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1499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Índices de vegetación · Detección de malezas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A4A2F9-38D3-42D5-BB88-D564597D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48036"/>
            <a:ext cx="6417000" cy="2856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459F26-C62E-4D9F-BAA4-25102CF1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76600"/>
            <a:ext cx="6226500" cy="266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Fecha: por confirmar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4B32AB-6DDD-4A75-8284-3286859A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209850"/>
            <a:ext cx="6417000" cy="2856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6320CA-690D-4718-B018-CC067D7B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238414"/>
            <a:ext cx="6226500" cy="266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Hora: por confirmar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4EA5BA-6532-4A04-92D7-C1E61C63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1663"/>
            <a:ext cx="6417000" cy="2856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E18533-1341-43A9-A0F3-D703EB0C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00228"/>
            <a:ext cx="6226500" cy="266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Lugar: por confirmar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782CD3-F644-444A-8966-66507779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33477"/>
            <a:ext cx="6417000" cy="2856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7D1570-7004-47A3-8715-0510ED00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62041"/>
            <a:ext cx="6226500" cy="266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Inscripción: por confirmar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34B14B-ED82-4AB1-B4F5-23BCE3F6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295291"/>
            <a:ext cx="6417000" cy="2856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6C923F-E27E-4D40-B2DD-5B41EE0F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23855"/>
            <a:ext cx="6226500" cy="266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349" b="0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Expositor: por confirmar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50FDB3-296F-4B89-B889-59EBC3B6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77625"/>
            <a:ext cx="641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defRPr>
            </a:pPr>
            <a:r>
              <a:rPr sz="1050" b="0">
                <a:solidFill>
                  <a:srgbClr val="264C6E"/>
                </a:solidFill>
                <a:latin typeface="Fira Sans"/>
                <a:ea typeface="Fira Sans"/>
                <a:cs typeface="Fira Sans"/>
              </a:rPr>
              <a:t>Actividad propuesta · Datos logísticos por confirmar.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ED5C29-B2B3-4785-ABB8-FB3F13E6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320525"/>
            <a:ext cx="641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defPPr>
            <a:lvl1pPr algn="l">
              <a:defRPr sz="8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1pPr>
            <a:lvl2pPr algn="l">
              <a:defRPr sz="8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2pPr>
            <a:lvl3pPr algn="l">
              <a:defRPr sz="8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3pPr>
            <a:lvl4pPr algn="l">
              <a:defRPr sz="8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4pPr>
            <a:lvl5pPr algn="l">
              <a:defRPr sz="8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5pPr>
            <a:lvl6pPr algn="l">
              <a:defRPr sz="8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6pPr>
            <a:lvl7pPr algn="l">
              <a:defRPr sz="8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7pPr>
            <a:lvl8pPr algn="l">
              <a:defRPr sz="8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8pPr>
            <a:lvl9pPr algn="l">
              <a:defRPr sz="8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263B48"/>
                </a:solidFill>
                <a:latin typeface="Fira Sans"/>
                <a:ea typeface="Fira Sans"/>
                <a:cs typeface="Fira Sans"/>
              </a:defRPr>
            </a:pPr>
            <a:r>
              <a:rPr sz="825" b="0">
                <a:solidFill>
                  <a:srgbClr val="263B48"/>
                </a:solidFill>
                <a:latin typeface="Fira Sans"/>
                <a:ea typeface="Fira Sans"/>
                <a:cs typeface="Fira Sans"/>
              </a:rPr>
              <a:t>Foto ZLEA · CC BY-SA 4.0. Vista agrícola: Courtesy of Pix4D / pix4d.com</a:t>
            </a:r>
          </a:p>
        </p:txBody>
      </p:sp>
    </p:spTree>
    <p:extLst>
      <p:ext uri="{BB962C8B-B14F-4D97-AF65-F5344CB8AC3E}">
        <p14:creationId xmlns:p14="http://schemas.microsoft.com/office/powerpoint/2010/main" val="8826964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2026-10-18T14:10:14.2310000Z</dcterms:created>
  <dcterms:modified xsi:type="dcterms:W3CDTF">2026-10-18T14:10:14.2310000Z</dcterms:modified>
</coreProperties>
</file>