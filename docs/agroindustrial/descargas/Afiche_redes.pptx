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0ccdac5c4d4627" /><Relationship Type="http://schemas.openxmlformats.org/officeDocument/2006/relationships/extended-properties" Target="/docProps/app.xml" Id="R98311cfbdf024eb1" /><Relationship Type="http://schemas.openxmlformats.org/officeDocument/2006/relationships/officeDocument" Target="/ppt/presentation.xml" Id="Rc023af989e56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92af70877c4b38"/>
  </p:sldMasterIdLst>
  <p:notesMasterIdLst>
    <p:notesMasterId xmlns:r="http://schemas.openxmlformats.org/officeDocument/2006/relationships" r:id="R2c75fc475ff34402"/>
  </p:notesMasterIdLst>
  <p:sldIdLst>
    <p:sldId xmlns:r="http://schemas.openxmlformats.org/officeDocument/2006/relationships" id="256" r:id="Rb9ad4389fc2b4bf1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3e95a8fe984080" /><Relationship Type="http://schemas.openxmlformats.org/officeDocument/2006/relationships/slideMaster" Target="/ppt/slideMasters/slideMaster1.xml" Id="R1b92af70877c4b38" /><Relationship Type="http://schemas.openxmlformats.org/officeDocument/2006/relationships/notesMaster" Target="/ppt/notesMasters/notesMaster1.xml" Id="R2c75fc475ff34402" /><Relationship Type="http://schemas.openxmlformats.org/officeDocument/2006/relationships/presProps" Target="/ppt/presProps.xml" Id="Rae98ef7712d946e5" /><Relationship Type="http://schemas.openxmlformats.org/officeDocument/2006/relationships/tableStyles" Target="/ppt/tableStyles.xml" Id="Ra71425accebe4643" /><Relationship Type="http://schemas.openxmlformats.org/officeDocument/2006/relationships/slide" Target="/ppt/slides/slide1.xml" Id="Rb9ad4389fc2b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3a42e6b10b40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1ac124b724ca9" /><Relationship Type="http://schemas.openxmlformats.org/officeDocument/2006/relationships/notesMaster" Target="/ppt/notesMasters/notesMaster1.xml" Id="Re3e7ed8eeeef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Identidad AGROINT según libro de marca y logotipos originales aportados. Campos logísticos editables. Sin logotipo UTN. Confirmar logística. Créditos y derechos en assets/CREDITOS.md.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afbd1869d47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b1fcdcc974c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b7f1e76154b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2773df6c345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d3175f1d846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3b3e1289e42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BAA97E-5703-45E8-9C10-2E87B9ABE3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3886200"/>
            <a:ext cx="8229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A116DE-49F0-470C-A160-F17F11E647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5657850"/>
            <a:ext cx="7200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BD7055-8BE7-4B6F-9AC7-EA69F0DE50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286250"/>
            <a:ext cx="8229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82101A-FBE7-4CCC-80D6-0515190E3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9C1E25-8375-40CD-8988-0B42A5A094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9129713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009C2D-FBA4-480C-AF83-F46ECBEDBF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65B770-C78D-4C5A-9032-0C57B51BB5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416C44-F390-40B0-89EC-B2A6808D50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F9B5C-13C8-46C2-950C-B9AD154F0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1420A6-034D-42F5-B24C-A0E99BBD11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146726a404c8c" /><Relationship Type="http://schemas.openxmlformats.org/officeDocument/2006/relationships/slideLayout" Target="/ppt/slideLayouts/slideLayout1.xml" Id="R7ac385002fe5470e" /><Relationship Type="http://schemas.openxmlformats.org/officeDocument/2006/relationships/slideLayout" Target="/ppt/slideLayouts/slideLayout2.xml" Id="R5b6522ec83244cd7" /><Relationship Type="http://schemas.openxmlformats.org/officeDocument/2006/relationships/slideLayout" Target="/ppt/slideLayouts/slideLayout3.xml" Id="R4e2437be0ffd4770" /><Relationship Type="http://schemas.openxmlformats.org/officeDocument/2006/relationships/slideLayout" Target="/ppt/slideLayouts/slideLayout4.xml" Id="R1ef2dfa1b6cb42fb" /><Relationship Type="http://schemas.openxmlformats.org/officeDocument/2006/relationships/slideLayout" Target="/ppt/slideLayouts/slideLayout5.xml" Id="R86320ae3cb334cdc" /><Relationship Type="http://schemas.openxmlformats.org/officeDocument/2006/relationships/slideLayout" Target="/ppt/slideLayouts/slideLayout6.xml" Id="Ra0ab5253786c4b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c385002fe5470e"/>
    <p:sldLayoutId xmlns:r="http://schemas.openxmlformats.org/officeDocument/2006/relationships" id="2147483650" r:id="R5b6522ec83244cd7"/>
    <p:sldLayoutId xmlns:r="http://schemas.openxmlformats.org/officeDocument/2006/relationships" id="2147483651" r:id="R4e2437be0ffd4770"/>
    <p:sldLayoutId xmlns:r="http://schemas.openxmlformats.org/officeDocument/2006/relationships" id="2147483652" r:id="R1ef2dfa1b6cb42fb"/>
    <p:sldLayoutId xmlns:r="http://schemas.openxmlformats.org/officeDocument/2006/relationships" id="2147483653" r:id="R86320ae3cb334cdc"/>
    <p:sldLayoutId xmlns:r="http://schemas.openxmlformats.org/officeDocument/2006/relationships" id="2147483654" r:id="Ra0ab5253786c4b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60f103f304725" /><Relationship Type="http://schemas.openxmlformats.org/officeDocument/2006/relationships/image" Target="/ppt/media/image.jpeg" Id="R8ef046a9ea20463d" /><Relationship Type="http://schemas.openxmlformats.org/officeDocument/2006/relationships/image" Target="/ppt/media/image.png" Id="R45ea49139afe4b6f" /><Relationship Type="http://schemas.openxmlformats.org/officeDocument/2006/relationships/image" Target="/ppt/media/image2.jpeg" Id="R79d30d79bde44688" /><Relationship Type="http://schemas.openxmlformats.org/officeDocument/2006/relationships/notesSlide" Target="/ppt/notesSlides/notesSlide1.xml" Id="Rf99eea45621642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4B704-896E-4371-B13E-778FC44D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11479-F667-4041-8B23-62D785927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046a9ea20463d"/>
          <a:srcRect xmlns:a="http://schemas.openxmlformats.org/drawingml/2006/main" l="11577" t="0" r="115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0810" y="0"/>
            <a:ext cx="380619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6975-37C4-432D-99E3-3142DC73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8081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E7EFF-ADA2-433A-87DC-06D7FC03D1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a49139afe4b6f"/>
          <a:stretch xmlns:a="http://schemas.openxmlformats.org/drawingml/2006/main"/>
        </p:blipFill>
        <p:spPr>
          <a:xfrm xmlns:a="http://schemas.openxmlformats.org/drawingml/2006/main">
            <a:off x="571500" y="571500"/>
            <a:ext cx="2667000" cy="92278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E0C26-195E-4E1D-B04E-587A7AB7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5497830" cy="3044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Drones y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agricultura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48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 precisión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1C5B5-FC90-496B-93D6-98BD6650F0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30d79bde44688"/>
          <a:stretch xmlns:a="http://schemas.openxmlformats.org/drawingml/2006/main"/>
        </p:blipFill>
        <p:spPr>
          <a:xfrm xmlns:a="http://schemas.openxmlformats.org/drawingml/2006/main">
            <a:off x="7269828" y="2971800"/>
            <a:ext cx="2228154" cy="1485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A06FF-AC78-4D36-B1A6-1034891F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Demostración de PIX4Dmatic Pro</a:t>
            </a:r>
          </a:p>
          <a:p xmlns:a="http://schemas.openxmlformats.org/drawingml/2006/main">
            <a:pPr algn="l">
              <a:def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5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y PIX4Dfields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C573F-0E11-4106-A0F5-B32C3877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65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Universidad Técnica Nacional · Administración Agroindustrial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971A5-64D7-41DF-91D9-F5957A9E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144000" cy="414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650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2 HORAS  ·  MODALIDAD DEMOSTRATIVA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6A4A6-ED23-42A9-80A5-A3808399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43725"/>
            <a:ext cx="9144000" cy="777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Drones agrícolas · Fotogrametría</a:t>
            </a:r>
          </a:p>
          <a:p xmlns:a="http://schemas.openxmlformats.org/drawingml/2006/main">
            <a:pPr algn="l">
              <a:def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800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Índices de vegetación · Detección de malezas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8F1F1-423C-4816-BCA2-63AAC183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67625"/>
            <a:ext cx="4423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Fecha: por confirmar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A8714-6C9E-47C9-902E-0BAC62B6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7667625"/>
            <a:ext cx="4423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Hora: por 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B5BDC-DCB4-437C-9D52-A1F6582B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29575"/>
            <a:ext cx="4423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Lugar: por confirmar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89850-4588-4B5B-A174-005A24A4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8029575"/>
            <a:ext cx="4423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Inscripción: por confirmar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47A86-0831-4D24-8F95-2746D18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91525"/>
            <a:ext cx="4423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575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Expositor: por confirmar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664C3-0469-4FF5-A7E0-64F372DB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726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Actividad propuesta · Datos logísticos por confirmar.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268E9-8BFF-4311-A6FA-39997340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155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Foto ZLEA · CC BY-SA 4.0. Vista agrícola: Courtesy of Pix4D / pix4d.com</a:t>
            </a:r>
          </a:p>
        </p:txBody>
      </p:sp>
    </p:spTree>
    <p:extLst>
      <p:ext uri="{BB962C8B-B14F-4D97-AF65-F5344CB8AC3E}">
        <p14:creationId xmlns:p14="http://schemas.microsoft.com/office/powerpoint/2010/main" val="7321829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2026-10-18T14:10:17.4190000Z</dcterms:created>
  <dcterms:modified xsi:type="dcterms:W3CDTF">2026-10-18T14:10:17.4190000Z</dcterms:modified>
</coreProperties>
</file>