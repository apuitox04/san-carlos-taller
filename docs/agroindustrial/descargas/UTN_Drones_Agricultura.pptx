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01791e5784b89" /><Relationship Type="http://schemas.openxmlformats.org/officeDocument/2006/relationships/extended-properties" Target="/docProps/app.xml" Id="R4157cf88954f498f" /><Relationship Type="http://schemas.openxmlformats.org/officeDocument/2006/relationships/officeDocument" Target="/ppt/presentation.xml" Id="Re84791bf431f42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1271f76a1f4447"/>
  </p:sldMasterIdLst>
  <p:notesMasterIdLst>
    <p:notesMasterId xmlns:r="http://schemas.openxmlformats.org/officeDocument/2006/relationships" r:id="R85b9789d685c4031"/>
  </p:notesMasterIdLst>
  <p:sldIdLst>
    <p:sldId xmlns:r="http://schemas.openxmlformats.org/officeDocument/2006/relationships" id="256" r:id="R4203128168cb4bbe"/>
    <p:sldId xmlns:r="http://schemas.openxmlformats.org/officeDocument/2006/relationships" id="257" r:id="Rf5c63c540ed44100"/>
    <p:sldId xmlns:r="http://schemas.openxmlformats.org/officeDocument/2006/relationships" id="258" r:id="Rc81aaafb5be04663"/>
    <p:sldId xmlns:r="http://schemas.openxmlformats.org/officeDocument/2006/relationships" id="259" r:id="R35572d07d0dc41b5"/>
    <p:sldId xmlns:r="http://schemas.openxmlformats.org/officeDocument/2006/relationships" id="260" r:id="R4b79703a9df04c57"/>
    <p:sldId xmlns:r="http://schemas.openxmlformats.org/officeDocument/2006/relationships" id="261" r:id="R5d4ccce3cc4c4db9"/>
    <p:sldId xmlns:r="http://schemas.openxmlformats.org/officeDocument/2006/relationships" id="262" r:id="Re7e8201d044045a6"/>
    <p:sldId xmlns:r="http://schemas.openxmlformats.org/officeDocument/2006/relationships" id="263" r:id="Rd134ba30ffea4614"/>
    <p:sldId xmlns:r="http://schemas.openxmlformats.org/officeDocument/2006/relationships" id="264" r:id="Rcc3c5e01b7514dd5"/>
    <p:sldId xmlns:r="http://schemas.openxmlformats.org/officeDocument/2006/relationships" id="265" r:id="R6c74cb391dac4066"/>
    <p:sldId xmlns:r="http://schemas.openxmlformats.org/officeDocument/2006/relationships" id="266" r:id="Rcf964d2878154906"/>
    <p:sldId xmlns:r="http://schemas.openxmlformats.org/officeDocument/2006/relationships" id="267" r:id="R88495afb68cb4593"/>
    <p:sldId xmlns:r="http://schemas.openxmlformats.org/officeDocument/2006/relationships" id="268" r:id="R38202fee687e4a12"/>
    <p:sldId xmlns:r="http://schemas.openxmlformats.org/officeDocument/2006/relationships" id="269" r:id="Rdb1d2f526acb4e7f"/>
    <p:sldId xmlns:r="http://schemas.openxmlformats.org/officeDocument/2006/relationships" id="270" r:id="R00a418be77ad4a34"/>
    <p:sldId xmlns:r="http://schemas.openxmlformats.org/officeDocument/2006/relationships" id="271" r:id="Re05d3c04239445da"/>
    <p:sldId xmlns:r="http://schemas.openxmlformats.org/officeDocument/2006/relationships" id="272" r:id="R89da8b0fb7804521"/>
    <p:sldId xmlns:r="http://schemas.openxmlformats.org/officeDocument/2006/relationships" id="273" r:id="R1106f468d2fa4456"/>
    <p:sldId xmlns:r="http://schemas.openxmlformats.org/officeDocument/2006/relationships" id="274" r:id="R38d83c768d0d4b24"/>
    <p:sldId xmlns:r="http://schemas.openxmlformats.org/officeDocument/2006/relationships" id="275" r:id="R393e755dda6a4cf5"/>
    <p:sldId xmlns:r="http://schemas.openxmlformats.org/officeDocument/2006/relationships" id="276" r:id="R0d6972e71cbd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3064b949b64236" /><Relationship Type="http://schemas.openxmlformats.org/officeDocument/2006/relationships/slideMaster" Target="/ppt/slideMasters/slideMaster1.xml" Id="Rb51271f76a1f4447" /><Relationship Type="http://schemas.openxmlformats.org/officeDocument/2006/relationships/notesMaster" Target="/ppt/notesMasters/notesMaster1.xml" Id="R85b9789d685c4031" /><Relationship Type="http://schemas.openxmlformats.org/officeDocument/2006/relationships/presProps" Target="/ppt/presProps.xml" Id="R236fa54ed9fd462a" /><Relationship Type="http://schemas.openxmlformats.org/officeDocument/2006/relationships/tableStyles" Target="/ppt/tableStyles.xml" Id="R8d0710012459482a" /><Relationship Type="http://schemas.openxmlformats.org/officeDocument/2006/relationships/slide" Target="/ppt/slides/slide1.xml" Id="R4203128168cb4bbe" /><Relationship Type="http://schemas.openxmlformats.org/officeDocument/2006/relationships/slide" Target="/ppt/slides/slide2.xml" Id="Rf5c63c540ed44100" /><Relationship Type="http://schemas.openxmlformats.org/officeDocument/2006/relationships/slide" Target="/ppt/slides/slide3.xml" Id="Rc81aaafb5be04663" /><Relationship Type="http://schemas.openxmlformats.org/officeDocument/2006/relationships/slide" Target="/ppt/slides/slide4.xml" Id="R35572d07d0dc41b5" /><Relationship Type="http://schemas.openxmlformats.org/officeDocument/2006/relationships/slide" Target="/ppt/slides/slide5.xml" Id="R4b79703a9df04c57" /><Relationship Type="http://schemas.openxmlformats.org/officeDocument/2006/relationships/slide" Target="/ppt/slides/slide6.xml" Id="R5d4ccce3cc4c4db9" /><Relationship Type="http://schemas.openxmlformats.org/officeDocument/2006/relationships/slide" Target="/ppt/slides/slide7.xml" Id="Re7e8201d044045a6" /><Relationship Type="http://schemas.openxmlformats.org/officeDocument/2006/relationships/slide" Target="/ppt/slides/slide8.xml" Id="Rd134ba30ffea4614" /><Relationship Type="http://schemas.openxmlformats.org/officeDocument/2006/relationships/slide" Target="/ppt/slides/slide9.xml" Id="Rcc3c5e01b7514dd5" /><Relationship Type="http://schemas.openxmlformats.org/officeDocument/2006/relationships/slide" Target="/ppt/slides/slide10.xml" Id="R6c74cb391dac4066" /><Relationship Type="http://schemas.openxmlformats.org/officeDocument/2006/relationships/slide" Target="/ppt/slides/slide11.xml" Id="Rcf964d2878154906" /><Relationship Type="http://schemas.openxmlformats.org/officeDocument/2006/relationships/slide" Target="/ppt/slides/slide12.xml" Id="R88495afb68cb4593" /><Relationship Type="http://schemas.openxmlformats.org/officeDocument/2006/relationships/slide" Target="/ppt/slides/slide13.xml" Id="R38202fee687e4a12" /><Relationship Type="http://schemas.openxmlformats.org/officeDocument/2006/relationships/slide" Target="/ppt/slides/slide14.xml" Id="Rdb1d2f526acb4e7f" /><Relationship Type="http://schemas.openxmlformats.org/officeDocument/2006/relationships/slide" Target="/ppt/slides/slide15.xml" Id="R00a418be77ad4a34" /><Relationship Type="http://schemas.openxmlformats.org/officeDocument/2006/relationships/slide" Target="/ppt/slides/slide16.xml" Id="Re05d3c04239445da" /><Relationship Type="http://schemas.openxmlformats.org/officeDocument/2006/relationships/slide" Target="/ppt/slides/slide17.xml" Id="R89da8b0fb7804521" /><Relationship Type="http://schemas.openxmlformats.org/officeDocument/2006/relationships/slide" Target="/ppt/slides/slide18.xml" Id="R1106f468d2fa4456" /><Relationship Type="http://schemas.openxmlformats.org/officeDocument/2006/relationships/slide" Target="/ppt/slides/slide19.xml" Id="R38d83c768d0d4b24" /><Relationship Type="http://schemas.openxmlformats.org/officeDocument/2006/relationships/slide" Target="/ppt/slides/slide20.xml" Id="R393e755dda6a4cf5" /><Relationship Type="http://schemas.openxmlformats.org/officeDocument/2006/relationships/slide" Target="/ppt/slides/slide21.xml" Id="R0d6972e71cbd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4e4f16cf8b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f650e032f04120" /><Relationship Type="http://schemas.openxmlformats.org/officeDocument/2006/relationships/notesMaster" Target="/ppt/notesMasters/notesMaster1.xml" Id="R4c2ed535358747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1ba726a8dc4097" /><Relationship Type="http://schemas.openxmlformats.org/officeDocument/2006/relationships/notesMaster" Target="/ppt/notesMasters/notesMaster1.xml" Id="R84f21bc7b0e74a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642197686443b3" /><Relationship Type="http://schemas.openxmlformats.org/officeDocument/2006/relationships/notesMaster" Target="/ppt/notesMasters/notesMaster1.xml" Id="R5b4ab5d6310445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418200de564821" /><Relationship Type="http://schemas.openxmlformats.org/officeDocument/2006/relationships/notesMaster" Target="/ppt/notesMasters/notesMaster1.xml" Id="Rdf04cfdccbcd47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f5d0512d74ec5" /><Relationship Type="http://schemas.openxmlformats.org/officeDocument/2006/relationships/notesMaster" Target="/ppt/notesMasters/notesMaster1.xml" Id="R108bf4429ce34c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d8d954373d45ed" /><Relationship Type="http://schemas.openxmlformats.org/officeDocument/2006/relationships/notesMaster" Target="/ppt/notesMasters/notesMaster1.xml" Id="Rdf85036dedc344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075a3337ff4e59" /><Relationship Type="http://schemas.openxmlformats.org/officeDocument/2006/relationships/notesMaster" Target="/ppt/notesMasters/notesMaster1.xml" Id="R178a6ed1598d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2903a3d1204b16" /><Relationship Type="http://schemas.openxmlformats.org/officeDocument/2006/relationships/notesMaster" Target="/ppt/notesMasters/notesMaster1.xml" Id="R4ebf563cf2c746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3380ec144e4e44" /><Relationship Type="http://schemas.openxmlformats.org/officeDocument/2006/relationships/notesMaster" Target="/ppt/notesMasters/notesMaster1.xml" Id="R3ddc5142dc0543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61564225e047a5" /><Relationship Type="http://schemas.openxmlformats.org/officeDocument/2006/relationships/notesMaster" Target="/ppt/notesMasters/notesMaster1.xml" Id="R1ea66eabe88241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c12d5a07e14dfb" /><Relationship Type="http://schemas.openxmlformats.org/officeDocument/2006/relationships/notesMaster" Target="/ppt/notesMasters/notesMaster1.xml" Id="Ra3374d17d01047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5927628d534b3f" /><Relationship Type="http://schemas.openxmlformats.org/officeDocument/2006/relationships/notesMaster" Target="/ppt/notesMasters/notesMaster1.xml" Id="Red31df86547a49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2ff321dd1f4adf" /><Relationship Type="http://schemas.openxmlformats.org/officeDocument/2006/relationships/notesMaster" Target="/ppt/notesMasters/notesMaster1.xml" Id="R322ba90a3b1f44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47daa70d854753" /><Relationship Type="http://schemas.openxmlformats.org/officeDocument/2006/relationships/notesMaster" Target="/ppt/notesMasters/notesMaster1.xml" Id="R2f6f40f7774e4b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b2584a218040cd" /><Relationship Type="http://schemas.openxmlformats.org/officeDocument/2006/relationships/notesMaster" Target="/ppt/notesMasters/notesMaster1.xml" Id="R32e9750f206e48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0f948341684c54" /><Relationship Type="http://schemas.openxmlformats.org/officeDocument/2006/relationships/notesMaster" Target="/ppt/notesMasters/notesMaster1.xml" Id="Rafd1e874c9ad47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664430fdf94044" /><Relationship Type="http://schemas.openxmlformats.org/officeDocument/2006/relationships/notesMaster" Target="/ppt/notesMasters/notesMaster1.xml" Id="Rcda2761748ea43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745c3a36ba4ec6" /><Relationship Type="http://schemas.openxmlformats.org/officeDocument/2006/relationships/notesMaster" Target="/ppt/notesMasters/notesMaster1.xml" Id="Rd90bfb589d9246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b7f72b9ee34a5c" /><Relationship Type="http://schemas.openxmlformats.org/officeDocument/2006/relationships/notesMaster" Target="/ppt/notesMasters/notesMaster1.xml" Id="Re574ac8c8dad4b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e4cca4e59047d1" /><Relationship Type="http://schemas.openxmlformats.org/officeDocument/2006/relationships/notesMaster" Target="/ppt/notesMasters/notesMaster1.xml" Id="Rc33eae869e974a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a28669d87ea4a15" /><Relationship Type="http://schemas.openxmlformats.org/officeDocument/2006/relationships/notesMaster" Target="/ppt/notesMasters/notesMaster1.xml" Id="Rece52603406243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0–2 min. Idea: Drones y agricultura de precisión. Demostración de PIX4Dmatic Pro y PIX4Dfields Universidad Técnica Nacional Administración Agroindustrial</a:t>
            </a:r>
          </a:p>
          <a:p xmlns:a="http://schemas.openxmlformats.org/drawingml/2006/main">
            <a:r>
              <a:t>Fuentes: R01, R07;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2–5 min. Idea: Objetivo del taller. Elegir un producto para una decisión agrícola. Seguir tres casos documentados. Distinguir indicios y recomendaciones agronómicas.</a:t>
            </a:r>
          </a:p>
          <a:p xmlns:a="http://schemas.openxmlformats.org/drawingml/2006/main">
            <a:r>
              <a:t>Fuentes: R01;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5–15 min. Idea: Aplicaciones en la agroindustria. Producción: localizar diferencias dentro del lote. Inventarios: revisar áreas e infraestructura. Insumos: delimitar zonas para inspección.</a:t>
            </a:r>
          </a:p>
          <a:p xmlns:a="http://schemas.openxmlformats.org/drawingml/2006/main">
            <a:r>
              <a:t>Fuentes: R19, R20, R21;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15–19 min. Idea: RGB y multiespectral. RGB registra el aspecto visible y permite reconstruir geometría. Red, Red Edge y NIR permiten calcular índices. El sensor depende del producto requerido.</a:t>
            </a:r>
          </a:p>
          <a:p xmlns:a="http://schemas.openxmlformats.org/drawingml/2006/main">
            <a:r>
              <a:t>Fuentes: R14, R09;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19–23 min. Idea: DJI Mavic 3 Multispectral. RGB de 20 MP. Cuatro cámaras multiespectrales de 5 MP. Bandas G, R, RE y NIR. Posicionamiento RTK.</a:t>
            </a:r>
          </a:p>
          <a:p xmlns:a="http://schemas.openxmlformats.org/drawingml/2006/main">
            <a:r>
              <a:t>Fuentes: R14, R22;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23–30 min. Idea: Planificación y control de captura. Definir resolución, cobertura y solapes. Mantener iluminación comparable y revisar desenfoque. Separar RGB y multiespectral. Comprobar metadatos. Revisar permisos, área y control de campo.</a:t>
            </a:r>
          </a:p>
          <a:p xmlns:a="http://schemas.openxmlformats.org/drawingml/2006/main">
            <a:r>
              <a:t>Fuentes: R13, M01, M02;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30–33 min. Idea: Flujo fotogramétrico. Fotografías Calibración Nube y modelos Control y salida</a:t>
            </a:r>
          </a:p>
          <a:p xmlns:a="http://schemas.openxmlformats.org/drawingml/2006/main">
            <a:r>
              <a:t>Fuentes: M02, R05;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33–41 min. Idea: Fotografías y calibración. Ejemplo oficial de 100 imágenes en Suiza. Revisar cámaras, GCP y coordenadas. El informe acompaña los resultados.</a:t>
            </a:r>
          </a:p>
          <a:p xmlns:a="http://schemas.openxmlformats.org/drawingml/2006/main">
            <a:r>
              <a:t>Fuentes: R07, M02;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41–49 min. Idea: Nube de puntos y modelo 3D. La nube representa superficies reconstruidas. La malla conecta superficies para visualización. La calidad depende de captura y control.</a:t>
            </a:r>
          </a:p>
          <a:p xmlns:a="http://schemas.openxmlformats.org/drawingml/2006/main">
            <a:r>
              <a:t>Fuentes: R05, M02;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49–56 min. Idea: Ortomosaico y DSM. Ortomosaico: textura y posición en planta. DSM: elevación de suelo, vegetación y objetos. La altura de cultivo requiere una referencia de terreno.</a:t>
            </a:r>
          </a:p>
          <a:p xmlns:a="http://schemas.openxmlformats.org/drawingml/2006/main">
            <a:r>
              <a:t>Fuentes: R05, M02;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56–60 min. Idea: Intercambio de archivos. GeoTIFF RGB: mapa de contexto. GeoTIFF DSM: elevación de superficie. LAS o LAZ: geometría 3D para SIG y CAD. NDVI y NDRE necesitan las bandas espectrales.</a:t>
            </a:r>
          </a:p>
          <a:p xmlns:a="http://schemas.openxmlformats.org/drawingml/2006/main">
            <a:r>
              <a:t>Fuentes: R05, R06;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60–63 min. Idea: PIX4Dfields. Procesamiento y análisis orientados al campo. Límites, índices y estadísticas por parcela. Operaciones según la compatibilidad del terminal.</a:t>
            </a:r>
          </a:p>
          <a:p xmlns:a="http://schemas.openxmlformats.org/drawingml/2006/main">
            <a:r>
              <a:t>Fuentes: R06, R10, R16;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63–69 min. Idea: NDVI y NDRE. NDVI = (NIR − Red) / (NIR + Red) NDRE = (NIR − Red Edge) / (NIR + Red Edge) Índices adimensionales. Comparar condiciones equivalentes.</a:t>
            </a:r>
          </a:p>
          <a:p xmlns:a="http://schemas.openxmlformats.org/drawingml/2006/main">
            <a:r>
              <a:t>Fuentes: R09, M01;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69–78 min. Idea: Ensayo de trigo. Field trial del cuaderno oficial. Alemania. Parrot Sequoia. Vuelo a 50 m. Comparar índices y estadísticas por parcela.</a:t>
            </a:r>
          </a:p>
          <a:p xmlns:a="http://schemas.openxmlformats.org/drawingml/2006/main">
            <a:r>
              <a:t>Fuentes: M01;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78–90 min. Idea: Interpretación y verificación. Un valor bajo puede tener varias causas. Revisar suelo visible, sombras y fase del cultivo. Confirmar el indicio mediante observaciones de campo. Registrar fecha, parcela y condiciones.</a:t>
            </a:r>
          </a:p>
          <a:p xmlns:a="http://schemas.openxmlformats.org/drawingml/2006/main">
            <a:r>
              <a:t>Fuentes: M01, R13;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90–93 min. Idea: Malezas en pasturas. Targeted Operations del cuaderno oficial. Pastura australiana con zarzamora. XAG M500 RGB. La clasificación busca áreas visualmente similares.</a:t>
            </a:r>
          </a:p>
          <a:p xmlns:a="http://schemas.openxmlformats.org/drawingml/2006/main">
            <a:r>
              <a:t>Fuentes: M01;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93–101 min. Idea: Magic Tool. Definir límite y obstáculos. Marcar Wanted y Not wanted. Revisar falsos positivos y omisiones. Corregir antes de crear la operación.</a:t>
            </a:r>
          </a:p>
          <a:p xmlns:a="http://schemas.openxmlformats.org/drawingml/2006/main">
            <a:r>
              <a:t>Fuentes: R11, M01;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101–105 min. Idea: Mapa de operación. Separar actuación y exclusión. Revisar tamaño de celda y bordes. Comprobar licencia, formato y terminal. Esta demostración no prescribe agroquímicos.</a:t>
            </a:r>
          </a:p>
          <a:p xmlns:a="http://schemas.openxmlformats.org/drawingml/2006/main">
            <a:r>
              <a:t>Fuentes: R06, R16, R17;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105–115 min. Idea: Decisiones de administración. Definir el problema y el costo de comprobarlo. Priorizar inspecciones con evidencia trazable. Comparar costo del servicio y beneficio medido. Asignar responsable y revisar la decisión.</a:t>
            </a:r>
          </a:p>
          <a:p xmlns:a="http://schemas.openxmlformats.org/drawingml/2006/main">
            <a:r>
              <a:t>Fuentes: R01, R19;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115–118 min. Idea: Propuesta de curso formal. Drones y tecnologías geoespaciales aplicadas a la agroindustria 40 horas propuestas. Prácticas, interpretación y proyecto aplicado. Programa sujeto a validación de la UTN.</a:t>
            </a:r>
          </a:p>
          <a:p xmlns:a="http://schemas.openxmlformats.org/drawingml/2006/main">
            <a:r>
              <a:t>Fuentes: R01;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118–120 min. Idea: Cierre y preguntas. ¿Qué decisión de su actividad necesita un mapa? Defina el producto, su comprobación y el responsable. Programa, guías y referencias en el sitio.</a:t>
            </a:r>
          </a:p>
          <a:p xmlns:a="http://schemas.openxmlformats.org/drawingml/2006/main">
            <a:r>
              <a:t>Fuentes: R01; URLs en REFERENCIAS.md. Seguir Guion_instructor y guías D/E1/E2. Vistas Pix4D oficiales; esquemas son conceptuales.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28b0c80024e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5089b70f443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aa0f010854b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4c7c66b9b4b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b02773b8240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9d8e2621a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0C7D66-5E03-49F1-9736-0DF6C7F996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90583D-9AD2-4F26-BF97-C9A7ECDB6A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64FA27-46B7-40C0-9FA8-B1272410EA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C1C833-074E-40BF-AE1C-2628A85F2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4E354F-FF6E-44C2-9E02-AF732B267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B9E705-1463-4746-A4F2-B1F60064F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0E691F-BC42-43C9-A7D2-E2385EF483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932EDC-46AC-4255-A46E-7C9E684087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004778-77B3-4407-8D1A-12F42A101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983B90-5BFA-4E04-8488-E9F02A4EC8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363a24540245a5" /><Relationship Type="http://schemas.openxmlformats.org/officeDocument/2006/relationships/slideLayout" Target="/ppt/slideLayouts/slideLayout1.xml" Id="Rcca610c8972944e4" /><Relationship Type="http://schemas.openxmlformats.org/officeDocument/2006/relationships/slideLayout" Target="/ppt/slideLayouts/slideLayout2.xml" Id="Rdc61fba9cedc46fe" /><Relationship Type="http://schemas.openxmlformats.org/officeDocument/2006/relationships/slideLayout" Target="/ppt/slideLayouts/slideLayout3.xml" Id="R765c17429f1b44f1" /><Relationship Type="http://schemas.openxmlformats.org/officeDocument/2006/relationships/slideLayout" Target="/ppt/slideLayouts/slideLayout4.xml" Id="Rb0e065d248374ba9" /><Relationship Type="http://schemas.openxmlformats.org/officeDocument/2006/relationships/slideLayout" Target="/ppt/slideLayouts/slideLayout5.xml" Id="R08200a44d6c04a32" /><Relationship Type="http://schemas.openxmlformats.org/officeDocument/2006/relationships/slideLayout" Target="/ppt/slideLayouts/slideLayout6.xml" Id="Rc77d64fd34e24b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610c8972944e4"/>
    <p:sldLayoutId xmlns:r="http://schemas.openxmlformats.org/officeDocument/2006/relationships" id="2147483650" r:id="Rdc61fba9cedc46fe"/>
    <p:sldLayoutId xmlns:r="http://schemas.openxmlformats.org/officeDocument/2006/relationships" id="2147483651" r:id="R765c17429f1b44f1"/>
    <p:sldLayoutId xmlns:r="http://schemas.openxmlformats.org/officeDocument/2006/relationships" id="2147483652" r:id="Rb0e065d248374ba9"/>
    <p:sldLayoutId xmlns:r="http://schemas.openxmlformats.org/officeDocument/2006/relationships" id="2147483653" r:id="R08200a44d6c04a32"/>
    <p:sldLayoutId xmlns:r="http://schemas.openxmlformats.org/officeDocument/2006/relationships" id="2147483654" r:id="Rc77d64fd34e24b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2d725eb7b44b4" /><Relationship Type="http://schemas.openxmlformats.org/officeDocument/2006/relationships/image" Target="/ppt/media/image.jpeg" Id="R5fc070abe9f14086" /><Relationship Type="http://schemas.openxmlformats.org/officeDocument/2006/relationships/image" Target="/ppt/media/image.png" Id="Ra183d1ad4f234335" /><Relationship Type="http://schemas.openxmlformats.org/officeDocument/2006/relationships/notesSlide" Target="/ppt/notesSlides/notesSlide1.xml" Id="Ra3cd0047d21440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37e4f9ff144de" /><Relationship Type="http://schemas.openxmlformats.org/officeDocument/2006/relationships/image" Target="/ppt/media/image2.png" Id="R54342fad13f543c4" /><Relationship Type="http://schemas.openxmlformats.org/officeDocument/2006/relationships/notesSlide" Target="/ppt/notesSlides/notesSlide2.xml" Id="R846df7de4501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4e16ea98745eb" /><Relationship Type="http://schemas.openxmlformats.org/officeDocument/2006/relationships/image" Target="/ppt/media/image3.png" Id="Rbbf2ad91994f4914" /><Relationship Type="http://schemas.openxmlformats.org/officeDocument/2006/relationships/image" Target="/ppt/media/image2.jpeg" Id="R8045fd99329c4985" /><Relationship Type="http://schemas.openxmlformats.org/officeDocument/2006/relationships/notesSlide" Target="/ppt/notesSlides/notesSlide3.xml" Id="Rde387d9f1e63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e15767ccc4ef8" /><Relationship Type="http://schemas.openxmlformats.org/officeDocument/2006/relationships/image" Target="/ppt/media/image4.png" Id="R6808fd99e39c482f" /><Relationship Type="http://schemas.openxmlformats.org/officeDocument/2006/relationships/notesSlide" Target="/ppt/notesSlides/notesSlide4.xml" Id="Rdf3bc53f12ec44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cfad935834955" /><Relationship Type="http://schemas.openxmlformats.org/officeDocument/2006/relationships/image" Target="/ppt/media/image5.png" Id="R1ec60196c8ec4a6b" /><Relationship Type="http://schemas.openxmlformats.org/officeDocument/2006/relationships/image" Target="/ppt/media/image3.jpeg" Id="Re3473302590a42e5" /><Relationship Type="http://schemas.openxmlformats.org/officeDocument/2006/relationships/notesSlide" Target="/ppt/notesSlides/notesSlide5.xml" Id="R01b12b7ab51542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5f9ac44b4a46ec" /><Relationship Type="http://schemas.openxmlformats.org/officeDocument/2006/relationships/image" Target="/ppt/media/image6.png" Id="R0c49ea19210149ff" /><Relationship Type="http://schemas.openxmlformats.org/officeDocument/2006/relationships/notesSlide" Target="/ppt/notesSlides/notesSlide6.xml" Id="R575dc5061f0149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4e3aa1cfb40c0" /><Relationship Type="http://schemas.openxmlformats.org/officeDocument/2006/relationships/image" Target="/ppt/media/image7.png" Id="R3eb30fb6d2b94feb" /><Relationship Type="http://schemas.openxmlformats.org/officeDocument/2006/relationships/notesSlide" Target="/ppt/notesSlides/notesSlide7.xml" Id="Re916c04553d54f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a816450694220" /><Relationship Type="http://schemas.openxmlformats.org/officeDocument/2006/relationships/image" Target="/ppt/media/image8.png" Id="Raf9b69fdf44e4861" /><Relationship Type="http://schemas.openxmlformats.org/officeDocument/2006/relationships/image" Target="/ppt/media/image4.jpeg" Id="Rd6ac84f8792b4be8" /><Relationship Type="http://schemas.openxmlformats.org/officeDocument/2006/relationships/notesSlide" Target="/ppt/notesSlides/notesSlide8.xml" Id="R94acc66dbac14a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49eabf197446f" /><Relationship Type="http://schemas.openxmlformats.org/officeDocument/2006/relationships/image" Target="/ppt/media/image9.png" Id="Rc20f1b5c6a744231" /><Relationship Type="http://schemas.openxmlformats.org/officeDocument/2006/relationships/image" Target="/ppt/media/image5.jpeg" Id="R838f27c05ecd4029" /><Relationship Type="http://schemas.openxmlformats.org/officeDocument/2006/relationships/notesSlide" Target="/ppt/notesSlides/notesSlide9.xml" Id="R3f35edcb8d5d4d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7d7f0ce524b96" /><Relationship Type="http://schemas.openxmlformats.org/officeDocument/2006/relationships/image" Target="/ppt/media/image10.png" Id="R153596d92df2408b" /><Relationship Type="http://schemas.openxmlformats.org/officeDocument/2006/relationships/notesSlide" Target="/ppt/notesSlides/notesSlide10.xml" Id="R6fb28a4baa834f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283bea76b4587" /><Relationship Type="http://schemas.openxmlformats.org/officeDocument/2006/relationships/image" Target="/ppt/media/image11.png" Id="R930a1ef877ad4033" /><Relationship Type="http://schemas.openxmlformats.org/officeDocument/2006/relationships/notesSlide" Target="/ppt/notesSlides/notesSlide11.xml" Id="Rfaa8df81dbab41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d6b1333674801" /><Relationship Type="http://schemas.openxmlformats.org/officeDocument/2006/relationships/image" Target="/ppt/media/image12.png" Id="Rbcd8f63ebbf547a6" /><Relationship Type="http://schemas.openxmlformats.org/officeDocument/2006/relationships/image" Target="/ppt/media/image6.jpeg" Id="R80ef04615de342ce" /><Relationship Type="http://schemas.openxmlformats.org/officeDocument/2006/relationships/notesSlide" Target="/ppt/notesSlides/notesSlide12.xml" Id="R9472dcd9f3ca43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289480817d4842" /><Relationship Type="http://schemas.openxmlformats.org/officeDocument/2006/relationships/image" Target="/ppt/media/image13.png" Id="R4d4d5454da534e13" /><Relationship Type="http://schemas.openxmlformats.org/officeDocument/2006/relationships/notesSlide" Target="/ppt/notesSlides/notesSlide13.xml" Id="R8d42d3a37cbf44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5c579eb434c70" /><Relationship Type="http://schemas.openxmlformats.org/officeDocument/2006/relationships/image" Target="/ppt/media/image14.png" Id="R50e5f8625f8244ba" /><Relationship Type="http://schemas.openxmlformats.org/officeDocument/2006/relationships/notesSlide" Target="/ppt/notesSlides/notesSlide14.xml" Id="R803742f15b1141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04dd82e934d8f" /><Relationship Type="http://schemas.openxmlformats.org/officeDocument/2006/relationships/image" Target="/ppt/media/image15.png" Id="R19ac5cb449da46da" /><Relationship Type="http://schemas.openxmlformats.org/officeDocument/2006/relationships/notesSlide" Target="/ppt/notesSlides/notesSlide15.xml" Id="R17e56394dce24c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17a4530dd462c" /><Relationship Type="http://schemas.openxmlformats.org/officeDocument/2006/relationships/image" Target="/ppt/media/image16.png" Id="Rbec4c70c70ed493e" /><Relationship Type="http://schemas.openxmlformats.org/officeDocument/2006/relationships/notesSlide" Target="/ppt/notesSlides/notesSlide16.xml" Id="Rb887ff77a74940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4fd41dda447c1" /><Relationship Type="http://schemas.openxmlformats.org/officeDocument/2006/relationships/image" Target="/ppt/media/image17.png" Id="Ra7181a2002594e55" /><Relationship Type="http://schemas.openxmlformats.org/officeDocument/2006/relationships/notesSlide" Target="/ppt/notesSlides/notesSlide17.xml" Id="R4fa3a6456bfc41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376d43e37453c" /><Relationship Type="http://schemas.openxmlformats.org/officeDocument/2006/relationships/image" Target="/ppt/media/image18.png" Id="Rde1802b75c504101" /><Relationship Type="http://schemas.openxmlformats.org/officeDocument/2006/relationships/notesSlide" Target="/ppt/notesSlides/notesSlide18.xml" Id="Rf3be1f17f0e84f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1fd2a57b5437d" /><Relationship Type="http://schemas.openxmlformats.org/officeDocument/2006/relationships/image" Target="/ppt/media/image19.png" Id="Rcc9e95986ce8441f" /><Relationship Type="http://schemas.openxmlformats.org/officeDocument/2006/relationships/notesSlide" Target="/ppt/notesSlides/notesSlide19.xml" Id="R2fbc779e74a448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93d44098f484e" /><Relationship Type="http://schemas.openxmlformats.org/officeDocument/2006/relationships/image" Target="/ppt/media/image20.png" Id="R5e0fc3dca3264d65" /><Relationship Type="http://schemas.openxmlformats.org/officeDocument/2006/relationships/notesSlide" Target="/ppt/notesSlides/notesSlide20.xml" Id="R044d6cef1dda49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000be6ddc4d9e" /><Relationship Type="http://schemas.openxmlformats.org/officeDocument/2006/relationships/image" Target="/ppt/media/image21.png" Id="R3b009a3928a14b91" /><Relationship Type="http://schemas.openxmlformats.org/officeDocument/2006/relationships/notesSlide" Target="/ppt/notesSlides/notesSlide21.xml" Id="R00fcad6629c64c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4C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8E678-4661-4FBF-AA6B-3A48FAE6F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070abe9f14086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5D424-DE32-4ED6-B385-8A029B9C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36E67-D9EB-4D5D-BD04-6A3365DFB7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3d1ad4f234335"/>
          <a:stretch xmlns:a="http://schemas.openxmlformats.org/drawingml/2006/main"/>
        </p:blipFill>
        <p:spPr>
          <a:xfrm xmlns:a="http://schemas.openxmlformats.org/drawingml/2006/main">
            <a:off x="571500" y="571500"/>
            <a:ext cx="2286000" cy="79095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8ECDC-5687-419C-B0D6-866FEDFA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TALLER DEMOSTRATIVO · 120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65417-258E-44F0-B53F-0E48D93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85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Drones y agricultura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 precisión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83042-BD6B-4EA1-9A43-C2AF2523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5715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Demostración de PIX4Dmatic Pro y PIX4Dfields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33D29-70A9-4517-AE42-63A649D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Universidad Técnica Nacional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Administración Agroindustrial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116E-0CAD-4AE0-A3F4-5E28A2F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rPr>
              <a:t>UTN · Administración Agroindustrial  |  R01 · R07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8BA93-6AAB-40CE-A794-301FBB5D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9557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64C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F054D-D1BE-4E31-AA0B-F5E682A55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42fad13f543c4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B00E0-2B63-42EE-9467-E93A2307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2–5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4B4A8-2A94-4DEE-A6E2-236030B2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Objetivo del taller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03D72-ABE5-4744-A57F-94B46F77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Elegir un producto para una decisión agrícola.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90BC5-6C80-4ACE-830B-E7037042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Seguir tres casos documentados.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90618-2D37-4415-AB9D-BE73AC07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Distinguir indicios y recomendaciones agronómicas.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7D248-9A7B-482C-9ED4-AC79010A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rPr>
              <a:t>UTN · Administración Agroindustrial  |  R01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1945C-0E76-416E-A98C-7D044109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3997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2A0C0-841F-40B5-9FE3-9EA3231A7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2ad91994f4914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901DE-828E-4E97-85CC-2C62766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5–15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FF150-DBBF-473C-AA31-D562A4EE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Aplicaciones en la agroindustria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7E8AD-B633-4817-9C31-051882E2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00CAC-BD2C-4483-B0E2-1AD8D58A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Producción: localizar diferencias dentro del lote.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BA48E-FD48-4336-82DD-C3567F18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F161C-5713-4016-B3DF-BA75E2D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Inventarios: revisar áreas e infraestructura.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B63E5-3EC4-47D2-871E-4FE60B36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2746A-E3D2-43CD-9CCF-BD54072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Insumos: delimitar zonas para inspección.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F8396-CB09-4945-B288-14A028B81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5fd99329c4985"/>
          <a:stretch xmlns:a="http://schemas.openxmlformats.org/drawingml/2006/main"/>
        </p:blipFill>
        <p:spPr>
          <a:xfrm xmlns:a="http://schemas.openxmlformats.org/drawingml/2006/main">
            <a:off x="7115175" y="1952625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AC334-D31D-41D4-B717-571CAA6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Vista oficial · Courtesy of Pix4D / pix4d.com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5820C-4270-4EDD-A126-2FA29D8D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R19 · R20 · R21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7E3F6-4A8C-4DBF-B8A5-E579305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8253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B4203-77B6-41C8-819B-C36A8D904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8fd99e39c482f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AC639-5553-4466-9E66-58A098AA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15–19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2281-4EA8-4DE6-B45A-A640F60A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RGB y multiespectral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A9AD6-36FA-4B3F-9555-C848BA39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31626-5A23-404A-8380-2B533DAB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RGB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7A6-FBF9-4C2D-9F38-AC362ECD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A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8CBE9-2C6E-4397-9600-D5893C1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8DAEF-542F-48CB-8592-A3A43FC3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74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B110A-4C2E-40E5-9371-E35CBA35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8B06C-370D-473F-9775-E718176B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536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4AB67-77D8-4E7C-9250-1FD6D2F6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47BDB-80DD-44CF-A061-242C453C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F8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31D39-6A70-4E3F-B1B0-568EE617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NIR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31E84-039E-4FF5-B14D-7C544B42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52476-A9F2-437A-946F-7D33B589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1034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RGB registra el aspecto visible y permite reconstruir geometría.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6BA66-4DD9-488D-86EC-E26DA4A4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EA33A-A388-4DCA-B991-6E734F16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1034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Red, Red Edge y NIR permiten calcular índices.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F1A1F-E8A5-4B52-BD20-D4B13A98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817E8-E7FA-4AB4-A5B2-3FA5A80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1034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El sensor depende del producto requerido.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F9793-200D-4DA7-A461-8F87C8DC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R14 · R09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A79F9-9630-4B2F-8E74-7B01ADB8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5575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1661F-A02A-40F2-B624-DF5A786B8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60196c8ec4a6b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5ADB5-275A-4CCC-8BD6-17966B5A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19–23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53117-FDED-43A6-B0C9-54EA0015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DJI Mavic 3 Multispectral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78CDB-E8B3-4E39-B6F6-6D397A2C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1CBD0-40FA-46BE-8597-2245E254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RGB de 20 MP.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C1997-C75C-4389-83A5-05E5DE9B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B4916-5319-439B-A534-C7C63598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Cuatro cámaras multiespectrales de 5 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6B28D-9082-4FB4-849A-18E6D7C4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3DA14-7AE1-430D-BCA4-EE25F891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Bandas G, R, RE y NIR. Posicionamiento RTK.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29791-9A47-4CDA-AF9D-5D9152804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73302590a42e5"/>
          <a:stretch xmlns:a="http://schemas.openxmlformats.org/drawingml/2006/main"/>
        </p:blipFill>
        <p:spPr>
          <a:xfrm xmlns:a="http://schemas.openxmlformats.org/drawingml/2006/main">
            <a:off x="6211148" y="1952625"/>
            <a:ext cx="5427554" cy="3619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327F7-CF3E-4766-A764-E0969CAC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Foto ZLEA · CC BY-SA 4.0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E0A6B-A9CE-4B05-AE7E-1E32FBE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R14 · R22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0A3DD-AD11-4CA0-8C7A-E1899908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4259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08A26-4F1C-44A4-9962-D1A06609A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9ea19210149ff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B2A3C-24C7-4EFB-9650-FA9D87BC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23–30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A73AD-E0AA-46F4-9858-C8236139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Planificación y control de captura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28A40-33CD-4E5B-8EFE-E6ED81F2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C6E6E-BED8-4FC8-A70B-257742AD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Definir resolución, cobertura y solapes.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41E99-F29D-4E47-AE5D-21BF1104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F2D82-47F2-4076-9716-5AFEF033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Mantener iluminación comparable y revisar desenfoque.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A18CA-57DC-4DAF-8951-3D32346F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F9CBB-3157-4A18-90FE-6BD6B1A0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Separar RGB y multiespectral. Comprobar metadatos.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858E6-CAD4-4EC4-9B71-2DDCB0A7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7CD1E-798A-45F8-8794-DF839FF1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permisos, área y control de campo.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913D6-7E02-48F9-8FD4-F550EFC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R13 · M01 · M02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50031-54DB-4B6C-8365-D2C24195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3529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3556F-7FC6-4BD3-B885-644874A03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30fb6d2b94feb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B2CDA-C846-4A8C-A618-48FE7B91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30–33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6D750-C2E3-40BA-8E90-D38424B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Flujo fotogramétrico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B9E1A-3343-4B95-9719-D6D99AC6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60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2BB76-74C7-4C46-ABBF-5334E3C1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4165A-C382-4AC5-8D23-91F5D268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14675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Fotografías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4DF29-D4EA-4D63-8296-EF916E8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60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E0E4C-659C-4DAB-A410-083F874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193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B1DA5-9777-4FA4-AD13-3F9C7760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14675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Calibración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CF03E-B7AE-44D5-B93E-93F00D81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60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914FF-BEDA-4F78-827F-F995F99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193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2DF65-10B3-425D-B983-7726531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Nube y modelos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131AD-840A-4C58-A5E0-7A30409B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60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2191E-2814-4C33-A783-04B4539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193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33A80-FC58-43F8-9819-C5771722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14675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Control y 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102EB-D826-470D-BA21-D583FE2D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Cada salida exige comprobar su procedencia y calidad.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4DC23-A91A-4AD3-8CAE-4576EA0A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Diagrama original · flujo conceptual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7E5D9-AC36-4C4A-99F3-9511321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M02 · R05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E9FBB-B649-49F1-8CCA-CEC52169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8047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25A4-4F48-4EDE-8A7B-0E7DE4BDB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b69fdf44e4861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881A2-2BC6-4C22-8AFE-C0134F17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33–41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F05BB-8714-4CAD-A6F4-237A572C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Fotografías y calibración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300C8-38E7-4618-9453-45A5E7E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7BDE0-97D3-4253-859C-4E7BDCB4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Ejemplo oficial de 100 imágenes en Suiza.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50BC1-6A01-427E-9357-0DF37397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9FBBA-1B85-4141-B0C2-7777B704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cámaras, GCP y coordenadas.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36AB8-0902-437E-BB86-1378060C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C1129-ABF3-4466-B5E4-68223EDC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El informe acompaña los resultados.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03D0E-F3F8-419B-A6F3-9117FF678C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c84f8792b4be8"/>
          <a:stretch xmlns:a="http://schemas.openxmlformats.org/drawingml/2006/main"/>
        </p:blipFill>
        <p:spPr>
          <a:xfrm xmlns:a="http://schemas.openxmlformats.org/drawingml/2006/main">
            <a:off x="6191250" y="2224683"/>
            <a:ext cx="5467350" cy="307538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49FEA-016A-4584-8DF8-D2C58DEC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Vista oficial · Courtesy of Pix4D / pix4d.com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4D2D8-E3C8-4067-9396-3F30B943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R07 · M02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9BAD5-7ED9-4B5D-8FB6-E65C96FA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46213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55B0C-2D25-4A3E-B6B1-237E5CD3D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f1b5c6a744231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ED949-5CA6-4439-8D2E-1E0E62B2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41–49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DC40D-D5FD-48B4-A0B5-C99C3456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Nube de puntos y modelo 3D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A3151-C731-438F-A182-EB3E747FB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f27c05ecd4029"/>
          <a:stretch xmlns:a="http://schemas.openxmlformats.org/drawingml/2006/main"/>
        </p:blipFill>
        <p:spPr>
          <a:xfrm xmlns:a="http://schemas.openxmlformats.org/drawingml/2006/main">
            <a:off x="533400" y="2049661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10FF2-C4EB-48E3-ABEA-B3D8849B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8DA16-9C00-4FAD-A5D6-155862CE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43125"/>
            <a:ext cx="3771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nube representa superficies reconstruidas.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B4BAB-3142-4034-9B83-0906E1E6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242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21556-041D-4D11-91C8-F6FFFF8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24225"/>
            <a:ext cx="3771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malla conecta superficies para visualización.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E49C2-9C18-4359-BFA4-BACFCD53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9BE42-EF90-4339-A143-15AD098D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05325"/>
            <a:ext cx="3771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calidad depende de captura y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00D63-1AF2-42B9-A4E6-2DCD0FCE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Vista oficial de nube y cámaras · Courtesy of Pix4D / pix4d.com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F04C8-1078-4F5F-A887-073C41E7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R05 · M02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661BD-C6A7-4B21-AEDB-28033715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70924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DE0BB-F602-48B1-BDD0-3F2BD8EE4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596d92df2408b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EFD4C-509A-4DBD-9223-0B0B072F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49–56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900A2-77A7-463C-B66C-D3801FF3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Ortomosaico y DSM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89D78-A856-4BA1-A6C7-BAEC362F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429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B0837-0833-4A37-AA57-19749615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717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rPr>
              <a:t>ORTOMOSAICO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FF19C-CBED-46CD-8E29-2EEF97EB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718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Ortomosaico: textura y posición en planta.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C91BF-3E1C-401E-9EC7-3C423748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429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0CEEB-7803-4C73-BB86-6BE84FAC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717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rPr>
              <a:t>DSM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E58CB-5784-4D26-861A-8109F8EB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718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DSM: elevación de suelo, vegetación y objetos.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217FE-58C4-49FB-B0FB-A903DC5F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La altura de cultivo requiere una referencia de terreno.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C3FE9-40D7-439B-8803-1AA63D92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R05 · M02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952D7-B9AE-4405-A622-8801A916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3088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98CA8-E6A7-4CF1-A2D5-796F15C5AC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a1ef877ad4033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5CBD9-0D8C-4899-8664-5C71820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56–60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190F1-1925-4BD5-85CB-BA2E8E99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Intercambio de archivos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D4679-B84F-4131-8468-AE6C7585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33EE6-1770-4B64-B39F-0EA03766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GeoTIFF RGB: mapa de contexto.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39EB5-CB65-41C9-92F3-D32F67E2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55254-EA21-4F6A-B5E5-82D71EDC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GeoTIFF DSM: elevación de superficie.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E5226-AEBF-42D9-A82C-7A124D2A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CB428-B0D8-460C-8AC3-987F8A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LAS o LAZ: geometría 3D para SIG y CAD.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CCA54-BA1A-4DEF-ADB2-BD0A752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C9751-0552-4027-8ADF-4E8316C0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NDVI y NDRE necesitan las bandas espectrales.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F83C5-7224-4266-BEAF-44ECA8F8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R05 · R06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ABA03-5684-4FDF-9A07-D1F93A7D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64761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BB0A7-3305-4F9B-BDA1-45898E8472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8f63ebbf547a6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D1583-0B4A-461B-B774-ABFD32F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60–63 MIN  / 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7910D-D135-4DCE-B445-5C1D630A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PIX4Dfields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7A215-25DC-44DE-814D-093E5AA2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F9FB6-E8D3-432B-A78C-2B36FA6F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Procesamiento y análisis orientados al campo.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483E3-A596-4AC0-9761-CC544239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0F1AB-78DD-404F-9835-9FFDF743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Límites, índices y estadísticas por parcela.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5C3C8-5DF1-4407-924F-029A64B1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71C57-9B72-4B42-90BA-74200755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Operaciones según la compatibilidad del terminal.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FB58F-40D1-430E-90DE-A877A879D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f04615de342ce"/>
          <a:stretch xmlns:a="http://schemas.openxmlformats.org/drawingml/2006/main"/>
        </p:blipFill>
        <p:spPr>
          <a:xfrm xmlns:a="http://schemas.openxmlformats.org/drawingml/2006/main">
            <a:off x="7096518" y="1952625"/>
            <a:ext cx="3656814" cy="3619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A1F4F-2F5C-4208-9886-A1F8412C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Vista oficial · Courtesy of Pix4D / pix4d.com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16F31-29CE-4C43-B8BB-0E6BBC81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R06 · R10 · R16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3941A-8D0B-40FD-BF8E-51E24A1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20987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66C4E-872C-4C3E-A33D-06B1C3C6D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d5454da534e13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CD192-C96B-4D1A-9B8E-FFE4FAA1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63–69 MIN  / 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15DC4-D532-4DC9-AD80-C61DD672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NDVI y NDRE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69159-654A-4367-9ED3-FF158DF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1125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920EC-F0F4-4DCC-B0A1-B7DD3A44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NDVI = (NIR − Red) / (NIR + Red)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64234-BAE2-4468-B209-FEF132DF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NDRE = (NIR − Red Edge) / (NIR + Red Edge)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4387F-D97D-4887-9D38-70F2F2CF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Índices adimensionales. Comparar condiciones equivalentes.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04620-5BF5-4266-A104-4708D9D8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Enmascarar denominador cero y NoData. RGB no aporta NIR ni Red Edge.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26677-AA66-41CD-B194-A2E2AF9C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R09 · M01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D106B-283E-459D-AEC4-87313DE7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893490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C53C15-FDA5-4391-B5D9-17A8B09B0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5f8625f8244ba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98FE7-9527-4564-8B52-4128DCFD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69–78 MIN  / 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31F9B-3468-4176-90F1-1CC694A8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Ensayo de trigo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64DE9-C0EF-46AE-B564-7F97FC8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381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C9120-5D1E-4113-9CFB-E4A0D098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B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A35A4-2111-4CAA-AB1F-67A4D490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BE161-D1FA-494D-85A2-F40E64E5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336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C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6A45A-D9D1-4FB1-B478-DE64A22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431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0B5BF-FA08-4F34-9A3C-840AEF8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336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99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0B585-B4AA-4DA5-AE72-6DB5CE8D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431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6052F-155E-45D0-9638-0A97DEF8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D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3D4D6-D2D6-4872-9B2E-15E1A4E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431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DF34D-D8BC-45CA-9B09-A9FF7CC6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336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B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710F2-B737-4F1B-90E1-5F4D16A3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431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3A92B-C3CF-4344-9732-78BB85E8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C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843C9-B1DC-43F9-8017-67A07956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C2C64-8603-44F4-8810-C23E4079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2897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99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34DB5-8282-44B1-A4EF-E4B2D50D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3852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DC434-BD77-4884-9BA5-682A1BBE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D9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0F45F-1B92-4733-B08D-B38FD8BA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3852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FFCB4-DFBA-4DD0-85D2-42924417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2897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2CDA9-F285-40F6-AA6F-E0856C19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3852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BFD73-6E9B-4282-AF8E-132D4F0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2897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C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E66CD-8DA3-4CC0-8CB6-0385F9B5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3852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3C813-3A07-469A-9821-A46EBFE4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99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5CFDF-0DCB-4EC1-BA52-E050FAFC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EFE00-63C8-47F2-9B66-231C450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243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D9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04764-7A4B-4F13-B6CE-B0E2A07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338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0C4D4-17E0-4BF8-9FC0-E415F0E1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243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B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70684-4E92-4D92-82B5-A17C17EC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338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57DACC-E3E3-45DB-81FF-2CF0361B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243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CA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B99C9C-75D9-49D1-85BB-87DDFA4E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338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603501-27A4-421C-86DE-F825583F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24325"/>
            <a:ext cx="83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99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4E0B05-23CE-4525-AE05-882A0C35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338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855654-B9EC-411F-9FF4-D9DE7C9F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538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Esquema original de parcelas. Sin valores ni resultados.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75831D-367E-4D7F-822A-33B8E90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7A69C5-858B-4A22-9611-5F1853B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Field trial del cuaderno oficial.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494097-00CD-45E2-8A8F-9508FD9E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39E72D-CE1C-4B2E-8D71-6CE58B73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86125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Alemania. Parrot Sequoia. Vuelo a 50 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EF0684-6B4A-46B3-B49C-D4C27135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2F36E7-41F2-4131-8D8B-75E0AD0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29125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Comparar índices y estadísticas por parcela.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28A6B2-052B-4D7E-90EE-CE2FD901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M01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AEAEFC-897E-4824-B5FA-B309F292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021174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5A40D-1FEC-49E1-91D8-CDD935E333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c5cb449da46da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E7DDE-F3EE-45F6-875F-4890E9F0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78–90 MIN  / 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E5F66-E232-4ADE-8BC1-9A89C94A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Interpretación y verificación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9710E-B24F-4E5A-AE58-C433ED8F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C9A3B-3AA0-4F50-AB01-14F07CA3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Un valor bajo puede tener varias causas.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EA24C-4005-4C29-9759-2F29585B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3707C-4FD8-48E4-AD89-13EF8C9A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suelo visible, sombras y fase del cultivo.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5FE6C-F5FB-4C72-9872-DF8C54B7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FD76F-D023-4C40-8AF4-74592F17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Confirmar el indicio mediante observaciones de campo.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B94A5-1377-4002-85A6-433534F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9ED60-DB26-4239-8E09-84B14C22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Registrar fecha, parcela y condiciones.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329AA-16C8-41E1-84D4-7C824595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M01 · R13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63F61-995B-48E1-9405-B150E8BD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439946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B6CD6-549B-46BA-8985-0825005E3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4c70c70ed493e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7887A-C904-4A7E-AD0C-E7336FC5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90–93 MIN  /  MALEZAS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DF7A3-5D82-4063-82B7-4DCFF3CE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Malezas en pasturas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68BDC-EAEC-4D3E-8D7E-5978F76D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C73A8-91C2-4D4F-A6EA-97442AE3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Targeted Operations del cuaderno oficial.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47437-4F33-403E-88B9-C733982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868EA-CA1C-4338-A664-D17334C2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10248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Pastura australiana con zarzamora. XAG M500 RGB.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05307-33E1-46D5-962A-BA532FFE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AE7E8-A5BE-4E6C-BED8-2EEABD84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48175"/>
            <a:ext cx="10248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clasificación busca áreas visualmente similares.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A28BC-8355-45B4-B655-CC1CE9C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M01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1CE73-C9ED-495C-AB73-29647809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21104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E8120C-D48D-4B5A-9E40-BEF1538EA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81a2002594e55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0FF77-2760-42F4-8AAE-3FC85D08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93–101 MIN  /  MALEZAS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08240-DBCB-4A75-B7C4-95D70D7F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Magic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B2DEA-9453-49C3-90D8-C4EEBC47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381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B282F-E86A-4AAE-A624-F45D76A1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47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FC3D4-68AC-46BD-A75C-7BAA4767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0B3BD-5A4B-4398-AA8C-DD13F8C0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47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2A468-080F-431D-9308-2EA81CDC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47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12236-C578-4F4C-B37F-6D8BCC51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47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C2E7A-58EC-417D-9B71-C443863B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47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75BA5-337E-4543-BAF3-86DC9801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47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7EA12-5C2B-4F8C-AAFB-0779D451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9749C-DC73-4C3B-A573-454FD45C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19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A8DC0-2869-4561-A6DE-DBA66482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4700A-A811-4662-8D18-3340E585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19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83161-B288-41E5-A239-DD0AF9EF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08248-BFD6-4D41-851D-E3FC2528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19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0B30D-6DCB-4822-ADE7-46DF29F6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19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9777B-06B2-471B-BE22-39C9F2EF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19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30BE1-FD14-4FD6-8256-5CD3933E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6843E-CCD3-44FC-B6D4-B4F03C81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90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CA281-534C-4D98-997B-88B652A0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09FEB-3772-49BA-B036-0E4A048C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90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3D58F-7087-4AC3-8843-697D52A9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90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3ED0A-CEAA-4A33-BF79-46B04CB1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390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95A57-D965-4CED-8741-4A047BD8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90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3AD8A-C813-4B60-A2FD-25CCD7CA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90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755AA-71D3-4E38-87BC-A694F010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90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53412-C251-49C7-9181-7170FAD3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62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82259-5BB7-43CD-B54E-E39D5DAE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79D59E-A947-42EB-BCB4-EE939934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962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3F97D-F42E-405C-A5D4-0746ED48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62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A9E81-0E07-4103-ACB6-B4CC19D4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962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0F73E5-F607-4808-9AFA-286C387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62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CEB59B-9D35-4ECD-A62C-80FDE19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AE9468-107C-4382-9776-817C1446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624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3A23BC-521D-484A-83C0-BD81ABFB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42E1B0-93D3-486C-918D-7D491083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A8148-C984-48B9-9E33-D58E077A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33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63FA0-34C7-4761-868B-84537CAB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33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06FF31-E703-4802-8E24-A89C429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533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6320DA-ABFA-4E34-AFD3-8946C811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33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B60F71-1B61-464E-A0ED-40BFBDE6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533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8C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8B5DD8-2174-4587-B38F-64169951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33900"/>
            <a:ext cx="542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FD9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9614E7-DC3A-4B59-9BC2-492C4A96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Wanted / objeto buscado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A0DE3B-E4FD-4A97-A715-0D0D7981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Cuadrícula conceptual. No es una detección calculada.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81E425-452E-45CA-8E4F-83DED178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7EC3F4-FA87-4862-8895-0239334A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47875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Definir límite y obstáculos.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BBABF8-A196-41B0-956F-321CD881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48CC46-5D72-4573-B8E6-CFCF9387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81325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Marcar Wanted y Not wanted.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C93330-661A-435E-8FB6-C28EB28A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1D6CED-117D-4171-863A-DA78FBB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14775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falsos positivos y omisiones.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1D42AF-430D-47A7-9DDD-5A071A2F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482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B4CCD6-0CAE-4AC3-B893-6409818B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48225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Corregir antes de crear la operación.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3B2B8C-993E-46A6-90B4-3B96F5D3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R11 · M01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F1F54A-56B4-4C17-902D-EFFE8CBB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100693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C1048-C2DA-47F2-8867-6A250FFEB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802b75c504101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F0853-FE3E-4498-BBB5-DDA85177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101–105 MIN  /  MALEZAS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453B1-9CBF-45ED-8CF6-149BB627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Mapa de operación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492DF-5037-4B78-8048-31B62EFC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EBCC9-1244-4D26-87C5-5F011D3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Separar actuación y exclusión.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E9CE2-DDD1-49E1-B691-78BE4BD4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6BD8C-7F04-4899-B810-98B6A870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tamaño de celda y bordes.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8CC12-2270-419F-A08F-F9441F36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D7599-00BD-44CC-AA0F-5F52E853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Comprobar licencia, formato y terminal.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DFF3E-F128-4E2C-9653-5C959C6B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B0675-CEFE-4B6D-B722-92C863BC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Esta demostración no prescribe agroquímicos.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8B5B2-A8C3-410E-AB3E-2DD343E5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R06 · R16 · R17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98ABD-82DD-4A7C-8FA0-1C0DC3FE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789985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C4618-F5DA-4446-9B78-C5385019D5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e95986ce8441f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9F33D-32BB-407D-9667-AE51FD1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105–115 MIN  / 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BCC85-B3D5-4C5B-8C7E-D9CF2E91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Decisiones de administración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03288-CE50-4050-9322-C4BF941E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D88BB-4C5B-49B7-BF56-8281010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Definir el problema y el costo de comprobarlo.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DE524-ACBA-43C0-8D10-741AD89B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3368C-91BD-4B3F-8B91-245406B8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Priorizar inspecciones con evidencia trazable.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64B42-BA29-4263-AEDC-F241216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0319D-6804-4B44-AB2C-B65D9858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Comparar costo del servicio y beneficio medido.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BF015-5198-44FF-9EC4-C66AC198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4B86E-CE69-4237-AAB5-F06D60F8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Asignar responsable y revisar la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CF754-DABC-4880-B40C-20E5B0ED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R01 · R19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0FE3E-D076-4CB3-B6D9-3629ABFD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745668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4F92C-D0FF-40B6-8583-FAD41F8A0F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fc3dca3264d65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FEC9B-E22A-441C-885C-25DFC8BE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115–118 MIN  / 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7D5C2-0BA4-4E42-BF55-921F5AC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Propuesta de curso formal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A00AF-E379-4753-B02E-51E61938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7146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741E8-2BCC-4189-B626-792B0558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53709-EBB3-48BE-B376-49FCA54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HORAS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PROPUESTAS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7DC5D-049C-4C55-B694-FD1009E8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C1736-78C2-46A6-82B1-D1D38EB9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7105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Drones y tecnologías geoespaciales aplicadas a la agroindustria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D84DC-AD80-455A-9D24-7E7C4AF9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813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40387-460E-43BE-8A2B-D0C33D8A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81375"/>
            <a:ext cx="7105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Prácticas, interpretación y proyecto aplicado.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0DE4B-4B96-4B5F-995A-58A229FA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15D84-4BE4-404D-A8AC-1731BF1A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72000"/>
            <a:ext cx="7105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Programa sujeto a validación de la UTN.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B570E-06AF-4D40-8813-9730BF3E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CDBE-59FD-47C9-867B-7B7C433B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746175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64C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8E8C9-268F-43E4-82C2-07D9A759C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09a3928a14b91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7E9AF-E452-44FA-A123-9EEAA269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118–120 MIN  / 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DA6E6-8E4D-4432-8B66-635719FC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Cierre y preguntas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80EE-0855-4FAE-9575-97F6B79B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¿Qué decisión de su actividad necesita un mapa?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E2878-A521-496F-A3BD-541727B5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Defina el producto, su comprobación y el responsable.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9CC99-85D6-4B6A-94F8-DF5D8D98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Programa, guías y referencias en el sitio.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07B36-5A56-4732-ACA9-36B526F1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agroint.co.cr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686B6-6360-4A51-8FCB-F9D4F813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rPr>
              <a:t>UTN · Administración Agroindustrial  |  R01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676CD-506A-4EB1-9C61-09FC8609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39908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2026-10-18T14:10:07.9830000Z</dcterms:created>
  <dcterms:modified xsi:type="dcterms:W3CDTF">2026-10-18T14:10:07.9830000Z</dcterms:modified>
</coreProperties>
</file>